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heme/theme1.xml" ContentType="application/vnd.openxmlformats-officedocument.them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2" r:id="rId26"/>
    <p:sldId id="283" r:id="rId27"/>
    <p:sldId id="281" r:id="rId28"/>
    <p:sldId id="280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embeddedFontLst>
    <p:embeddedFont>
      <p:font typeface="Dosis ExtraLight" charset="0"/>
      <p:regular r:id="rId39"/>
      <p:bold r:id="rId40"/>
    </p:embeddedFont>
    <p:embeddedFont>
      <p:font typeface="Titillium Web Light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0F24753E-8A85-4BEE-97E2-441CDA198357}">
  <a:tblStyle styleId="{0F24753E-8A85-4BEE-97E2-441CDA19835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A787F38-7B79-44E3-ACA7-109338EB0D0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9" d="100"/>
          <a:sy n="149" d="100"/>
        </p:scale>
        <p:origin x="-534" y="-8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3" name="Google Shape;3833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4" name="Google Shape;3834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accent5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62000" y="696425"/>
            <a:ext cx="5396700" cy="11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 rot="10800000">
            <a:off x="8705367" y="28698"/>
            <a:ext cx="410132" cy="5086302"/>
            <a:chOff x="836200" y="238125"/>
            <a:chExt cx="422425" cy="5238750"/>
          </a:xfrm>
        </p:grpSpPr>
        <p:sp>
          <p:nvSpPr>
            <p:cNvPr id="12" name="Google Shape;12;p2"/>
            <p:cNvSpPr/>
            <p:nvPr/>
          </p:nvSpPr>
          <p:spPr>
            <a:xfrm>
              <a:off x="83620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36200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836200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83620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836200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836200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3620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36200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836200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836200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83620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836200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836200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836200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83620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836200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836200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836200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836200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83620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836200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836200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836200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36200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36200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836200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836200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83620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836200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836200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836200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836200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83620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836200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83620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986700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986700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986700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98670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986700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98670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986700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986700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98670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986700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986700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986700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98670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986700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986700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986700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986700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98670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986700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986700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986700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98670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98670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1137200" y="2381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1137200" y="53912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1137200" y="9906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1137200" y="11411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1137200" y="14422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1137200" y="15927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1137200" y="21947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1137200" y="23452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1137200" y="24957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1137200" y="26462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1137200" y="29473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1137200" y="32483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1137200" y="33988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1137200" y="36998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137200" y="38503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137200" y="40008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137200" y="41514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1137200" y="46029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1137200" y="47534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1137200" y="505445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1137200" y="52049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1137200" y="53554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" name="Google Shape;92;p2"/>
          <p:cNvGrpSpPr/>
          <p:nvPr/>
        </p:nvGrpSpPr>
        <p:grpSpPr>
          <a:xfrm rot="10800000">
            <a:off x="6659535" y="28698"/>
            <a:ext cx="2309844" cy="5086302"/>
            <a:chOff x="986700" y="238125"/>
            <a:chExt cx="2379075" cy="5238750"/>
          </a:xfrm>
        </p:grpSpPr>
        <p:sp>
          <p:nvSpPr>
            <p:cNvPr id="93" name="Google Shape;93;p2"/>
            <p:cNvSpPr/>
            <p:nvPr/>
          </p:nvSpPr>
          <p:spPr>
            <a:xfrm>
              <a:off x="98670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98670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986700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986700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986700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986700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986700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986700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986700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986700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986700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986700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137200" y="3886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1137200" y="6896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1137200" y="8401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1137200" y="12917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137200" y="17432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137200" y="18937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1137200" y="20442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1137200" y="27968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1137200" y="30978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1137200" y="35493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1137200" y="43019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1137200" y="44524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1137200" y="49039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1287725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1287725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1287725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1287725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1287725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1287725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1287725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1287725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1287725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1287725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1287725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1287725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1287725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1287725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1287725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1287725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1287725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1287725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1287725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1287725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1438225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1438225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1438225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1438225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1438225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1438225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1438225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1438225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1438225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1438225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1438225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1438225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1438225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1438225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1438225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1438225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1438225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1438225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1438225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1438225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1438225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1438225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1438225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1438225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1438225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1438225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2"/>
            <p:cNvSpPr/>
            <p:nvPr/>
          </p:nvSpPr>
          <p:spPr>
            <a:xfrm>
              <a:off x="1438225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"/>
            <p:cNvSpPr/>
            <p:nvPr/>
          </p:nvSpPr>
          <p:spPr>
            <a:xfrm>
              <a:off x="1438225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"/>
            <p:cNvSpPr/>
            <p:nvPr/>
          </p:nvSpPr>
          <p:spPr>
            <a:xfrm>
              <a:off x="1438225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"/>
            <p:cNvSpPr/>
            <p:nvPr/>
          </p:nvSpPr>
          <p:spPr>
            <a:xfrm>
              <a:off x="1438225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1438225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158875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1588750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"/>
            <p:cNvSpPr/>
            <p:nvPr/>
          </p:nvSpPr>
          <p:spPr>
            <a:xfrm>
              <a:off x="1588750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"/>
            <p:cNvSpPr/>
            <p:nvPr/>
          </p:nvSpPr>
          <p:spPr>
            <a:xfrm>
              <a:off x="1588750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"/>
            <p:cNvSpPr/>
            <p:nvPr/>
          </p:nvSpPr>
          <p:spPr>
            <a:xfrm>
              <a:off x="158875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"/>
            <p:cNvSpPr/>
            <p:nvPr/>
          </p:nvSpPr>
          <p:spPr>
            <a:xfrm>
              <a:off x="1588750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"/>
            <p:cNvSpPr/>
            <p:nvPr/>
          </p:nvSpPr>
          <p:spPr>
            <a:xfrm>
              <a:off x="1588750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"/>
            <p:cNvSpPr/>
            <p:nvPr/>
          </p:nvSpPr>
          <p:spPr>
            <a:xfrm>
              <a:off x="1588750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"/>
            <p:cNvSpPr/>
            <p:nvPr/>
          </p:nvSpPr>
          <p:spPr>
            <a:xfrm>
              <a:off x="1588750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1588750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"/>
            <p:cNvSpPr/>
            <p:nvPr/>
          </p:nvSpPr>
          <p:spPr>
            <a:xfrm>
              <a:off x="1588750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"/>
            <p:cNvSpPr/>
            <p:nvPr/>
          </p:nvSpPr>
          <p:spPr>
            <a:xfrm>
              <a:off x="1588750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1588750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1588750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"/>
            <p:cNvSpPr/>
            <p:nvPr/>
          </p:nvSpPr>
          <p:spPr>
            <a:xfrm>
              <a:off x="158875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1588750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"/>
            <p:cNvSpPr/>
            <p:nvPr/>
          </p:nvSpPr>
          <p:spPr>
            <a:xfrm>
              <a:off x="1588750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"/>
            <p:cNvSpPr/>
            <p:nvPr/>
          </p:nvSpPr>
          <p:spPr>
            <a:xfrm>
              <a:off x="1588750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"/>
            <p:cNvSpPr/>
            <p:nvPr/>
          </p:nvSpPr>
          <p:spPr>
            <a:xfrm>
              <a:off x="1588750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173925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"/>
            <p:cNvSpPr/>
            <p:nvPr/>
          </p:nvSpPr>
          <p:spPr>
            <a:xfrm>
              <a:off x="1739250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"/>
            <p:cNvSpPr/>
            <p:nvPr/>
          </p:nvSpPr>
          <p:spPr>
            <a:xfrm>
              <a:off x="173925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"/>
            <p:cNvSpPr/>
            <p:nvPr/>
          </p:nvSpPr>
          <p:spPr>
            <a:xfrm>
              <a:off x="1739250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"/>
            <p:cNvSpPr/>
            <p:nvPr/>
          </p:nvSpPr>
          <p:spPr>
            <a:xfrm>
              <a:off x="1739250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"/>
            <p:cNvSpPr/>
            <p:nvPr/>
          </p:nvSpPr>
          <p:spPr>
            <a:xfrm>
              <a:off x="1739250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"/>
            <p:cNvSpPr/>
            <p:nvPr/>
          </p:nvSpPr>
          <p:spPr>
            <a:xfrm>
              <a:off x="1739250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1739250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"/>
            <p:cNvSpPr/>
            <p:nvPr/>
          </p:nvSpPr>
          <p:spPr>
            <a:xfrm>
              <a:off x="1739250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"/>
            <p:cNvSpPr/>
            <p:nvPr/>
          </p:nvSpPr>
          <p:spPr>
            <a:xfrm>
              <a:off x="1739250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"/>
            <p:cNvSpPr/>
            <p:nvPr/>
          </p:nvSpPr>
          <p:spPr>
            <a:xfrm>
              <a:off x="173925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"/>
            <p:cNvSpPr/>
            <p:nvPr/>
          </p:nvSpPr>
          <p:spPr>
            <a:xfrm>
              <a:off x="1889750" y="3886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"/>
            <p:cNvSpPr/>
            <p:nvPr/>
          </p:nvSpPr>
          <p:spPr>
            <a:xfrm>
              <a:off x="1889750" y="8401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"/>
            <p:cNvSpPr/>
            <p:nvPr/>
          </p:nvSpPr>
          <p:spPr>
            <a:xfrm>
              <a:off x="1889750" y="33988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"/>
            <p:cNvSpPr/>
            <p:nvPr/>
          </p:nvSpPr>
          <p:spPr>
            <a:xfrm>
              <a:off x="1889750" y="46029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"/>
            <p:cNvSpPr/>
            <p:nvPr/>
          </p:nvSpPr>
          <p:spPr>
            <a:xfrm>
              <a:off x="1889750" y="52049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"/>
            <p:cNvSpPr/>
            <p:nvPr/>
          </p:nvSpPr>
          <p:spPr>
            <a:xfrm>
              <a:off x="2040275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"/>
            <p:cNvSpPr/>
            <p:nvPr/>
          </p:nvSpPr>
          <p:spPr>
            <a:xfrm>
              <a:off x="2040275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"/>
            <p:cNvSpPr/>
            <p:nvPr/>
          </p:nvSpPr>
          <p:spPr>
            <a:xfrm>
              <a:off x="2040275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"/>
            <p:cNvSpPr/>
            <p:nvPr/>
          </p:nvSpPr>
          <p:spPr>
            <a:xfrm>
              <a:off x="2190775" y="505445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"/>
            <p:cNvSpPr/>
            <p:nvPr/>
          </p:nvSpPr>
          <p:spPr>
            <a:xfrm>
              <a:off x="2341300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"/>
            <p:cNvSpPr/>
            <p:nvPr/>
          </p:nvSpPr>
          <p:spPr>
            <a:xfrm>
              <a:off x="2642325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"/>
            <p:cNvSpPr/>
            <p:nvPr/>
          </p:nvSpPr>
          <p:spPr>
            <a:xfrm>
              <a:off x="2642325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"/>
            <p:cNvSpPr/>
            <p:nvPr/>
          </p:nvSpPr>
          <p:spPr>
            <a:xfrm>
              <a:off x="3244350" y="9906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" name="Google Shape;212;p2"/>
          <p:cNvGrpSpPr/>
          <p:nvPr/>
        </p:nvGrpSpPr>
        <p:grpSpPr>
          <a:xfrm rot="10800000">
            <a:off x="6367294" y="28698"/>
            <a:ext cx="2017554" cy="5086302"/>
            <a:chOff x="1588750" y="238125"/>
            <a:chExt cx="2078025" cy="5238750"/>
          </a:xfrm>
        </p:grpSpPr>
        <p:sp>
          <p:nvSpPr>
            <p:cNvPr id="213" name="Google Shape;213;p2"/>
            <p:cNvSpPr/>
            <p:nvPr/>
          </p:nvSpPr>
          <p:spPr>
            <a:xfrm>
              <a:off x="1588750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"/>
            <p:cNvSpPr/>
            <p:nvPr/>
          </p:nvSpPr>
          <p:spPr>
            <a:xfrm>
              <a:off x="1588750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"/>
            <p:cNvSpPr/>
            <p:nvPr/>
          </p:nvSpPr>
          <p:spPr>
            <a:xfrm>
              <a:off x="1588750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"/>
            <p:cNvSpPr/>
            <p:nvPr/>
          </p:nvSpPr>
          <p:spPr>
            <a:xfrm>
              <a:off x="1588750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"/>
            <p:cNvSpPr/>
            <p:nvPr/>
          </p:nvSpPr>
          <p:spPr>
            <a:xfrm>
              <a:off x="1588750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"/>
            <p:cNvSpPr/>
            <p:nvPr/>
          </p:nvSpPr>
          <p:spPr>
            <a:xfrm>
              <a:off x="158875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"/>
            <p:cNvSpPr/>
            <p:nvPr/>
          </p:nvSpPr>
          <p:spPr>
            <a:xfrm>
              <a:off x="1739250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"/>
            <p:cNvSpPr/>
            <p:nvPr/>
          </p:nvSpPr>
          <p:spPr>
            <a:xfrm>
              <a:off x="1739250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"/>
            <p:cNvSpPr/>
            <p:nvPr/>
          </p:nvSpPr>
          <p:spPr>
            <a:xfrm>
              <a:off x="1739250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"/>
            <p:cNvSpPr/>
            <p:nvPr/>
          </p:nvSpPr>
          <p:spPr>
            <a:xfrm>
              <a:off x="1739250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"/>
            <p:cNvSpPr/>
            <p:nvPr/>
          </p:nvSpPr>
          <p:spPr>
            <a:xfrm>
              <a:off x="1739250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"/>
            <p:cNvSpPr/>
            <p:nvPr/>
          </p:nvSpPr>
          <p:spPr>
            <a:xfrm>
              <a:off x="173925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"/>
            <p:cNvSpPr/>
            <p:nvPr/>
          </p:nvSpPr>
          <p:spPr>
            <a:xfrm>
              <a:off x="1739250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"/>
            <p:cNvSpPr/>
            <p:nvPr/>
          </p:nvSpPr>
          <p:spPr>
            <a:xfrm>
              <a:off x="1889750" y="2381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"/>
            <p:cNvSpPr/>
            <p:nvPr/>
          </p:nvSpPr>
          <p:spPr>
            <a:xfrm>
              <a:off x="1889750" y="14422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"/>
            <p:cNvSpPr/>
            <p:nvPr/>
          </p:nvSpPr>
          <p:spPr>
            <a:xfrm>
              <a:off x="1889750" y="17432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"/>
            <p:cNvSpPr/>
            <p:nvPr/>
          </p:nvSpPr>
          <p:spPr>
            <a:xfrm>
              <a:off x="1889750" y="18937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"/>
            <p:cNvSpPr/>
            <p:nvPr/>
          </p:nvSpPr>
          <p:spPr>
            <a:xfrm>
              <a:off x="1889750" y="20442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"/>
            <p:cNvSpPr/>
            <p:nvPr/>
          </p:nvSpPr>
          <p:spPr>
            <a:xfrm>
              <a:off x="1889750" y="21947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"/>
            <p:cNvSpPr/>
            <p:nvPr/>
          </p:nvSpPr>
          <p:spPr>
            <a:xfrm>
              <a:off x="1889750" y="23452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"/>
            <p:cNvSpPr/>
            <p:nvPr/>
          </p:nvSpPr>
          <p:spPr>
            <a:xfrm>
              <a:off x="1889750" y="24957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"/>
            <p:cNvSpPr/>
            <p:nvPr/>
          </p:nvSpPr>
          <p:spPr>
            <a:xfrm>
              <a:off x="1889750" y="26462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"/>
            <p:cNvSpPr/>
            <p:nvPr/>
          </p:nvSpPr>
          <p:spPr>
            <a:xfrm>
              <a:off x="1889750" y="27968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"/>
            <p:cNvSpPr/>
            <p:nvPr/>
          </p:nvSpPr>
          <p:spPr>
            <a:xfrm>
              <a:off x="1889750" y="29473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"/>
            <p:cNvSpPr/>
            <p:nvPr/>
          </p:nvSpPr>
          <p:spPr>
            <a:xfrm>
              <a:off x="1889750" y="30978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"/>
            <p:cNvSpPr/>
            <p:nvPr/>
          </p:nvSpPr>
          <p:spPr>
            <a:xfrm>
              <a:off x="1889750" y="38503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"/>
            <p:cNvSpPr/>
            <p:nvPr/>
          </p:nvSpPr>
          <p:spPr>
            <a:xfrm>
              <a:off x="1889750" y="40008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"/>
            <p:cNvSpPr/>
            <p:nvPr/>
          </p:nvSpPr>
          <p:spPr>
            <a:xfrm>
              <a:off x="1889750" y="41514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"/>
            <p:cNvSpPr/>
            <p:nvPr/>
          </p:nvSpPr>
          <p:spPr>
            <a:xfrm>
              <a:off x="1889750" y="43019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"/>
            <p:cNvSpPr/>
            <p:nvPr/>
          </p:nvSpPr>
          <p:spPr>
            <a:xfrm>
              <a:off x="1889750" y="44524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"/>
            <p:cNvSpPr/>
            <p:nvPr/>
          </p:nvSpPr>
          <p:spPr>
            <a:xfrm>
              <a:off x="1889750" y="47534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"/>
            <p:cNvSpPr/>
            <p:nvPr/>
          </p:nvSpPr>
          <p:spPr>
            <a:xfrm>
              <a:off x="1889750" y="49039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"/>
            <p:cNvSpPr/>
            <p:nvPr/>
          </p:nvSpPr>
          <p:spPr>
            <a:xfrm>
              <a:off x="2040275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"/>
            <p:cNvSpPr/>
            <p:nvPr/>
          </p:nvSpPr>
          <p:spPr>
            <a:xfrm>
              <a:off x="2040275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"/>
            <p:cNvSpPr/>
            <p:nvPr/>
          </p:nvSpPr>
          <p:spPr>
            <a:xfrm>
              <a:off x="2040275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"/>
            <p:cNvSpPr/>
            <p:nvPr/>
          </p:nvSpPr>
          <p:spPr>
            <a:xfrm>
              <a:off x="2040275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"/>
            <p:cNvSpPr/>
            <p:nvPr/>
          </p:nvSpPr>
          <p:spPr>
            <a:xfrm>
              <a:off x="2040275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"/>
            <p:cNvSpPr/>
            <p:nvPr/>
          </p:nvSpPr>
          <p:spPr>
            <a:xfrm>
              <a:off x="2040275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"/>
            <p:cNvSpPr/>
            <p:nvPr/>
          </p:nvSpPr>
          <p:spPr>
            <a:xfrm>
              <a:off x="2040275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"/>
            <p:cNvSpPr/>
            <p:nvPr/>
          </p:nvSpPr>
          <p:spPr>
            <a:xfrm>
              <a:off x="2040275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"/>
            <p:cNvSpPr/>
            <p:nvPr/>
          </p:nvSpPr>
          <p:spPr>
            <a:xfrm>
              <a:off x="2040275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"/>
            <p:cNvSpPr/>
            <p:nvPr/>
          </p:nvSpPr>
          <p:spPr>
            <a:xfrm>
              <a:off x="2040275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"/>
            <p:cNvSpPr/>
            <p:nvPr/>
          </p:nvSpPr>
          <p:spPr>
            <a:xfrm>
              <a:off x="2040275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"/>
            <p:cNvSpPr/>
            <p:nvPr/>
          </p:nvSpPr>
          <p:spPr>
            <a:xfrm>
              <a:off x="2040275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"/>
            <p:cNvSpPr/>
            <p:nvPr/>
          </p:nvSpPr>
          <p:spPr>
            <a:xfrm>
              <a:off x="2040275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"/>
            <p:cNvSpPr/>
            <p:nvPr/>
          </p:nvSpPr>
          <p:spPr>
            <a:xfrm>
              <a:off x="2040275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"/>
            <p:cNvSpPr/>
            <p:nvPr/>
          </p:nvSpPr>
          <p:spPr>
            <a:xfrm>
              <a:off x="2040275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"/>
            <p:cNvSpPr/>
            <p:nvPr/>
          </p:nvSpPr>
          <p:spPr>
            <a:xfrm>
              <a:off x="2040275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"/>
            <p:cNvSpPr/>
            <p:nvPr/>
          </p:nvSpPr>
          <p:spPr>
            <a:xfrm>
              <a:off x="2040275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"/>
            <p:cNvSpPr/>
            <p:nvPr/>
          </p:nvSpPr>
          <p:spPr>
            <a:xfrm>
              <a:off x="2040275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"/>
            <p:cNvSpPr/>
            <p:nvPr/>
          </p:nvSpPr>
          <p:spPr>
            <a:xfrm>
              <a:off x="2040275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"/>
            <p:cNvSpPr/>
            <p:nvPr/>
          </p:nvSpPr>
          <p:spPr>
            <a:xfrm>
              <a:off x="2190775" y="2381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"/>
            <p:cNvSpPr/>
            <p:nvPr/>
          </p:nvSpPr>
          <p:spPr>
            <a:xfrm>
              <a:off x="2190775" y="6896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"/>
            <p:cNvSpPr/>
            <p:nvPr/>
          </p:nvSpPr>
          <p:spPr>
            <a:xfrm>
              <a:off x="2190775" y="8401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"/>
            <p:cNvSpPr/>
            <p:nvPr/>
          </p:nvSpPr>
          <p:spPr>
            <a:xfrm>
              <a:off x="2190775" y="11411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"/>
            <p:cNvSpPr/>
            <p:nvPr/>
          </p:nvSpPr>
          <p:spPr>
            <a:xfrm>
              <a:off x="2190775" y="12917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"/>
            <p:cNvSpPr/>
            <p:nvPr/>
          </p:nvSpPr>
          <p:spPr>
            <a:xfrm>
              <a:off x="2190775" y="15927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"/>
            <p:cNvSpPr/>
            <p:nvPr/>
          </p:nvSpPr>
          <p:spPr>
            <a:xfrm>
              <a:off x="2190775" y="17432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"/>
            <p:cNvSpPr/>
            <p:nvPr/>
          </p:nvSpPr>
          <p:spPr>
            <a:xfrm>
              <a:off x="2190775" y="18937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"/>
            <p:cNvSpPr/>
            <p:nvPr/>
          </p:nvSpPr>
          <p:spPr>
            <a:xfrm>
              <a:off x="2190775" y="20442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"/>
            <p:cNvSpPr/>
            <p:nvPr/>
          </p:nvSpPr>
          <p:spPr>
            <a:xfrm>
              <a:off x="2190775" y="21947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"/>
            <p:cNvSpPr/>
            <p:nvPr/>
          </p:nvSpPr>
          <p:spPr>
            <a:xfrm>
              <a:off x="2190775" y="23452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"/>
            <p:cNvSpPr/>
            <p:nvPr/>
          </p:nvSpPr>
          <p:spPr>
            <a:xfrm>
              <a:off x="2190775" y="24957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"/>
            <p:cNvSpPr/>
            <p:nvPr/>
          </p:nvSpPr>
          <p:spPr>
            <a:xfrm>
              <a:off x="2190775" y="27968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"/>
            <p:cNvSpPr/>
            <p:nvPr/>
          </p:nvSpPr>
          <p:spPr>
            <a:xfrm>
              <a:off x="2190775" y="30978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"/>
            <p:cNvSpPr/>
            <p:nvPr/>
          </p:nvSpPr>
          <p:spPr>
            <a:xfrm>
              <a:off x="2190775" y="32483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"/>
            <p:cNvSpPr/>
            <p:nvPr/>
          </p:nvSpPr>
          <p:spPr>
            <a:xfrm>
              <a:off x="2190775" y="33988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"/>
            <p:cNvSpPr/>
            <p:nvPr/>
          </p:nvSpPr>
          <p:spPr>
            <a:xfrm>
              <a:off x="2190775" y="35493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"/>
            <p:cNvSpPr/>
            <p:nvPr/>
          </p:nvSpPr>
          <p:spPr>
            <a:xfrm>
              <a:off x="2190775" y="36998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"/>
            <p:cNvSpPr/>
            <p:nvPr/>
          </p:nvSpPr>
          <p:spPr>
            <a:xfrm>
              <a:off x="2190775" y="40008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"/>
            <p:cNvSpPr/>
            <p:nvPr/>
          </p:nvSpPr>
          <p:spPr>
            <a:xfrm>
              <a:off x="2190775" y="41514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"/>
            <p:cNvSpPr/>
            <p:nvPr/>
          </p:nvSpPr>
          <p:spPr>
            <a:xfrm>
              <a:off x="2190775" y="44524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"/>
            <p:cNvSpPr/>
            <p:nvPr/>
          </p:nvSpPr>
          <p:spPr>
            <a:xfrm>
              <a:off x="2190775" y="46029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"/>
            <p:cNvSpPr/>
            <p:nvPr/>
          </p:nvSpPr>
          <p:spPr>
            <a:xfrm>
              <a:off x="2190775" y="47534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"/>
            <p:cNvSpPr/>
            <p:nvPr/>
          </p:nvSpPr>
          <p:spPr>
            <a:xfrm>
              <a:off x="2190775" y="52049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"/>
            <p:cNvSpPr/>
            <p:nvPr/>
          </p:nvSpPr>
          <p:spPr>
            <a:xfrm>
              <a:off x="2190775" y="53554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"/>
            <p:cNvSpPr/>
            <p:nvPr/>
          </p:nvSpPr>
          <p:spPr>
            <a:xfrm>
              <a:off x="2341300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"/>
            <p:cNvSpPr/>
            <p:nvPr/>
          </p:nvSpPr>
          <p:spPr>
            <a:xfrm>
              <a:off x="234130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"/>
            <p:cNvSpPr/>
            <p:nvPr/>
          </p:nvSpPr>
          <p:spPr>
            <a:xfrm>
              <a:off x="2341300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"/>
            <p:cNvSpPr/>
            <p:nvPr/>
          </p:nvSpPr>
          <p:spPr>
            <a:xfrm>
              <a:off x="2341300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"/>
            <p:cNvSpPr/>
            <p:nvPr/>
          </p:nvSpPr>
          <p:spPr>
            <a:xfrm>
              <a:off x="2341300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"/>
            <p:cNvSpPr/>
            <p:nvPr/>
          </p:nvSpPr>
          <p:spPr>
            <a:xfrm>
              <a:off x="2341300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"/>
            <p:cNvSpPr/>
            <p:nvPr/>
          </p:nvSpPr>
          <p:spPr>
            <a:xfrm>
              <a:off x="234130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"/>
            <p:cNvSpPr/>
            <p:nvPr/>
          </p:nvSpPr>
          <p:spPr>
            <a:xfrm>
              <a:off x="2341300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"/>
            <p:cNvSpPr/>
            <p:nvPr/>
          </p:nvSpPr>
          <p:spPr>
            <a:xfrm>
              <a:off x="234130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"/>
            <p:cNvSpPr/>
            <p:nvPr/>
          </p:nvSpPr>
          <p:spPr>
            <a:xfrm>
              <a:off x="2341300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"/>
            <p:cNvSpPr/>
            <p:nvPr/>
          </p:nvSpPr>
          <p:spPr>
            <a:xfrm>
              <a:off x="2341300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"/>
            <p:cNvSpPr/>
            <p:nvPr/>
          </p:nvSpPr>
          <p:spPr>
            <a:xfrm>
              <a:off x="2341300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"/>
            <p:cNvSpPr/>
            <p:nvPr/>
          </p:nvSpPr>
          <p:spPr>
            <a:xfrm>
              <a:off x="2341300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"/>
            <p:cNvSpPr/>
            <p:nvPr/>
          </p:nvSpPr>
          <p:spPr>
            <a:xfrm>
              <a:off x="234130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"/>
            <p:cNvSpPr/>
            <p:nvPr/>
          </p:nvSpPr>
          <p:spPr>
            <a:xfrm>
              <a:off x="2341300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"/>
            <p:cNvSpPr/>
            <p:nvPr/>
          </p:nvSpPr>
          <p:spPr>
            <a:xfrm>
              <a:off x="2341300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"/>
            <p:cNvSpPr/>
            <p:nvPr/>
          </p:nvSpPr>
          <p:spPr>
            <a:xfrm>
              <a:off x="2341300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"/>
            <p:cNvSpPr/>
            <p:nvPr/>
          </p:nvSpPr>
          <p:spPr>
            <a:xfrm>
              <a:off x="2341300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"/>
            <p:cNvSpPr/>
            <p:nvPr/>
          </p:nvSpPr>
          <p:spPr>
            <a:xfrm>
              <a:off x="2341300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"/>
            <p:cNvSpPr/>
            <p:nvPr/>
          </p:nvSpPr>
          <p:spPr>
            <a:xfrm>
              <a:off x="234130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"/>
            <p:cNvSpPr/>
            <p:nvPr/>
          </p:nvSpPr>
          <p:spPr>
            <a:xfrm>
              <a:off x="2341300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"/>
            <p:cNvSpPr/>
            <p:nvPr/>
          </p:nvSpPr>
          <p:spPr>
            <a:xfrm>
              <a:off x="2341300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"/>
            <p:cNvSpPr/>
            <p:nvPr/>
          </p:nvSpPr>
          <p:spPr>
            <a:xfrm>
              <a:off x="2341300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"/>
            <p:cNvSpPr/>
            <p:nvPr/>
          </p:nvSpPr>
          <p:spPr>
            <a:xfrm>
              <a:off x="234130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"/>
            <p:cNvSpPr/>
            <p:nvPr/>
          </p:nvSpPr>
          <p:spPr>
            <a:xfrm>
              <a:off x="2341300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"/>
            <p:cNvSpPr/>
            <p:nvPr/>
          </p:nvSpPr>
          <p:spPr>
            <a:xfrm>
              <a:off x="234130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"/>
            <p:cNvSpPr/>
            <p:nvPr/>
          </p:nvSpPr>
          <p:spPr>
            <a:xfrm>
              <a:off x="2491800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"/>
            <p:cNvSpPr/>
            <p:nvPr/>
          </p:nvSpPr>
          <p:spPr>
            <a:xfrm>
              <a:off x="249180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"/>
            <p:cNvSpPr/>
            <p:nvPr/>
          </p:nvSpPr>
          <p:spPr>
            <a:xfrm>
              <a:off x="2491800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"/>
            <p:cNvSpPr/>
            <p:nvPr/>
          </p:nvSpPr>
          <p:spPr>
            <a:xfrm>
              <a:off x="2491800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"/>
            <p:cNvSpPr/>
            <p:nvPr/>
          </p:nvSpPr>
          <p:spPr>
            <a:xfrm>
              <a:off x="249180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"/>
            <p:cNvSpPr/>
            <p:nvPr/>
          </p:nvSpPr>
          <p:spPr>
            <a:xfrm>
              <a:off x="2491800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"/>
            <p:cNvSpPr/>
            <p:nvPr/>
          </p:nvSpPr>
          <p:spPr>
            <a:xfrm>
              <a:off x="249180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"/>
            <p:cNvSpPr/>
            <p:nvPr/>
          </p:nvSpPr>
          <p:spPr>
            <a:xfrm>
              <a:off x="2491800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"/>
            <p:cNvSpPr/>
            <p:nvPr/>
          </p:nvSpPr>
          <p:spPr>
            <a:xfrm>
              <a:off x="2491800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"/>
            <p:cNvSpPr/>
            <p:nvPr/>
          </p:nvSpPr>
          <p:spPr>
            <a:xfrm>
              <a:off x="249180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"/>
            <p:cNvSpPr/>
            <p:nvPr/>
          </p:nvSpPr>
          <p:spPr>
            <a:xfrm>
              <a:off x="2491800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"/>
            <p:cNvSpPr/>
            <p:nvPr/>
          </p:nvSpPr>
          <p:spPr>
            <a:xfrm>
              <a:off x="2491800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"/>
            <p:cNvSpPr/>
            <p:nvPr/>
          </p:nvSpPr>
          <p:spPr>
            <a:xfrm>
              <a:off x="2491800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"/>
            <p:cNvSpPr/>
            <p:nvPr/>
          </p:nvSpPr>
          <p:spPr>
            <a:xfrm>
              <a:off x="2491800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"/>
            <p:cNvSpPr/>
            <p:nvPr/>
          </p:nvSpPr>
          <p:spPr>
            <a:xfrm>
              <a:off x="249180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"/>
            <p:cNvSpPr/>
            <p:nvPr/>
          </p:nvSpPr>
          <p:spPr>
            <a:xfrm>
              <a:off x="2491800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"/>
            <p:cNvSpPr/>
            <p:nvPr/>
          </p:nvSpPr>
          <p:spPr>
            <a:xfrm>
              <a:off x="2491800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"/>
            <p:cNvSpPr/>
            <p:nvPr/>
          </p:nvSpPr>
          <p:spPr>
            <a:xfrm>
              <a:off x="2491800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"/>
            <p:cNvSpPr/>
            <p:nvPr/>
          </p:nvSpPr>
          <p:spPr>
            <a:xfrm>
              <a:off x="2491800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"/>
            <p:cNvSpPr/>
            <p:nvPr/>
          </p:nvSpPr>
          <p:spPr>
            <a:xfrm>
              <a:off x="2491800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"/>
            <p:cNvSpPr/>
            <p:nvPr/>
          </p:nvSpPr>
          <p:spPr>
            <a:xfrm>
              <a:off x="249180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2"/>
            <p:cNvSpPr/>
            <p:nvPr/>
          </p:nvSpPr>
          <p:spPr>
            <a:xfrm>
              <a:off x="2491800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2"/>
            <p:cNvSpPr/>
            <p:nvPr/>
          </p:nvSpPr>
          <p:spPr>
            <a:xfrm>
              <a:off x="2491800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"/>
            <p:cNvSpPr/>
            <p:nvPr/>
          </p:nvSpPr>
          <p:spPr>
            <a:xfrm>
              <a:off x="249180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"/>
            <p:cNvSpPr/>
            <p:nvPr/>
          </p:nvSpPr>
          <p:spPr>
            <a:xfrm>
              <a:off x="249180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2"/>
            <p:cNvSpPr/>
            <p:nvPr/>
          </p:nvSpPr>
          <p:spPr>
            <a:xfrm>
              <a:off x="2642325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"/>
            <p:cNvSpPr/>
            <p:nvPr/>
          </p:nvSpPr>
          <p:spPr>
            <a:xfrm>
              <a:off x="2642325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"/>
            <p:cNvSpPr/>
            <p:nvPr/>
          </p:nvSpPr>
          <p:spPr>
            <a:xfrm>
              <a:off x="2642325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"/>
            <p:cNvSpPr/>
            <p:nvPr/>
          </p:nvSpPr>
          <p:spPr>
            <a:xfrm>
              <a:off x="2642325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"/>
            <p:cNvSpPr/>
            <p:nvPr/>
          </p:nvSpPr>
          <p:spPr>
            <a:xfrm>
              <a:off x="2642325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2"/>
            <p:cNvSpPr/>
            <p:nvPr/>
          </p:nvSpPr>
          <p:spPr>
            <a:xfrm>
              <a:off x="2642325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"/>
            <p:cNvSpPr/>
            <p:nvPr/>
          </p:nvSpPr>
          <p:spPr>
            <a:xfrm>
              <a:off x="2642325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"/>
            <p:cNvSpPr/>
            <p:nvPr/>
          </p:nvSpPr>
          <p:spPr>
            <a:xfrm>
              <a:off x="2642325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"/>
            <p:cNvSpPr/>
            <p:nvPr/>
          </p:nvSpPr>
          <p:spPr>
            <a:xfrm>
              <a:off x="2642325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"/>
            <p:cNvSpPr/>
            <p:nvPr/>
          </p:nvSpPr>
          <p:spPr>
            <a:xfrm>
              <a:off x="2642325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"/>
            <p:cNvSpPr/>
            <p:nvPr/>
          </p:nvSpPr>
          <p:spPr>
            <a:xfrm>
              <a:off x="2642325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"/>
            <p:cNvSpPr/>
            <p:nvPr/>
          </p:nvSpPr>
          <p:spPr>
            <a:xfrm>
              <a:off x="2642325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2"/>
            <p:cNvSpPr/>
            <p:nvPr/>
          </p:nvSpPr>
          <p:spPr>
            <a:xfrm>
              <a:off x="2642325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"/>
            <p:cNvSpPr/>
            <p:nvPr/>
          </p:nvSpPr>
          <p:spPr>
            <a:xfrm>
              <a:off x="2642325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"/>
            <p:cNvSpPr/>
            <p:nvPr/>
          </p:nvSpPr>
          <p:spPr>
            <a:xfrm>
              <a:off x="2642325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"/>
            <p:cNvSpPr/>
            <p:nvPr/>
          </p:nvSpPr>
          <p:spPr>
            <a:xfrm>
              <a:off x="2642325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"/>
            <p:cNvSpPr/>
            <p:nvPr/>
          </p:nvSpPr>
          <p:spPr>
            <a:xfrm>
              <a:off x="2642325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"/>
            <p:cNvSpPr/>
            <p:nvPr/>
          </p:nvSpPr>
          <p:spPr>
            <a:xfrm>
              <a:off x="2642325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"/>
            <p:cNvSpPr/>
            <p:nvPr/>
          </p:nvSpPr>
          <p:spPr>
            <a:xfrm>
              <a:off x="2642325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"/>
            <p:cNvSpPr/>
            <p:nvPr/>
          </p:nvSpPr>
          <p:spPr>
            <a:xfrm>
              <a:off x="2642325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"/>
            <p:cNvSpPr/>
            <p:nvPr/>
          </p:nvSpPr>
          <p:spPr>
            <a:xfrm>
              <a:off x="2792825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"/>
            <p:cNvSpPr/>
            <p:nvPr/>
          </p:nvSpPr>
          <p:spPr>
            <a:xfrm>
              <a:off x="2792825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"/>
            <p:cNvSpPr/>
            <p:nvPr/>
          </p:nvSpPr>
          <p:spPr>
            <a:xfrm>
              <a:off x="2792825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"/>
            <p:cNvSpPr/>
            <p:nvPr/>
          </p:nvSpPr>
          <p:spPr>
            <a:xfrm>
              <a:off x="2792825" y="14422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"/>
            <p:cNvSpPr/>
            <p:nvPr/>
          </p:nvSpPr>
          <p:spPr>
            <a:xfrm>
              <a:off x="2792825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"/>
            <p:cNvSpPr/>
            <p:nvPr/>
          </p:nvSpPr>
          <p:spPr>
            <a:xfrm>
              <a:off x="2792825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"/>
            <p:cNvSpPr/>
            <p:nvPr/>
          </p:nvSpPr>
          <p:spPr>
            <a:xfrm>
              <a:off x="2792825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2"/>
            <p:cNvSpPr/>
            <p:nvPr/>
          </p:nvSpPr>
          <p:spPr>
            <a:xfrm>
              <a:off x="2792825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2"/>
            <p:cNvSpPr/>
            <p:nvPr/>
          </p:nvSpPr>
          <p:spPr>
            <a:xfrm>
              <a:off x="2792825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"/>
            <p:cNvSpPr/>
            <p:nvPr/>
          </p:nvSpPr>
          <p:spPr>
            <a:xfrm>
              <a:off x="2792825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"/>
            <p:cNvSpPr/>
            <p:nvPr/>
          </p:nvSpPr>
          <p:spPr>
            <a:xfrm>
              <a:off x="2792825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"/>
            <p:cNvSpPr/>
            <p:nvPr/>
          </p:nvSpPr>
          <p:spPr>
            <a:xfrm>
              <a:off x="2792825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"/>
            <p:cNvSpPr/>
            <p:nvPr/>
          </p:nvSpPr>
          <p:spPr>
            <a:xfrm>
              <a:off x="2792825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"/>
            <p:cNvSpPr/>
            <p:nvPr/>
          </p:nvSpPr>
          <p:spPr>
            <a:xfrm>
              <a:off x="2792825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"/>
            <p:cNvSpPr/>
            <p:nvPr/>
          </p:nvSpPr>
          <p:spPr>
            <a:xfrm>
              <a:off x="2792825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"/>
            <p:cNvSpPr/>
            <p:nvPr/>
          </p:nvSpPr>
          <p:spPr>
            <a:xfrm>
              <a:off x="2792825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"/>
            <p:cNvSpPr/>
            <p:nvPr/>
          </p:nvSpPr>
          <p:spPr>
            <a:xfrm>
              <a:off x="2792825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"/>
            <p:cNvSpPr/>
            <p:nvPr/>
          </p:nvSpPr>
          <p:spPr>
            <a:xfrm>
              <a:off x="2792825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"/>
            <p:cNvSpPr/>
            <p:nvPr/>
          </p:nvSpPr>
          <p:spPr>
            <a:xfrm>
              <a:off x="2943325" y="3886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"/>
            <p:cNvSpPr/>
            <p:nvPr/>
          </p:nvSpPr>
          <p:spPr>
            <a:xfrm>
              <a:off x="2943325" y="53912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"/>
            <p:cNvSpPr/>
            <p:nvPr/>
          </p:nvSpPr>
          <p:spPr>
            <a:xfrm>
              <a:off x="2943325" y="9906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"/>
            <p:cNvSpPr/>
            <p:nvPr/>
          </p:nvSpPr>
          <p:spPr>
            <a:xfrm>
              <a:off x="2943325" y="12917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"/>
            <p:cNvSpPr/>
            <p:nvPr/>
          </p:nvSpPr>
          <p:spPr>
            <a:xfrm>
              <a:off x="2943325" y="15927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"/>
            <p:cNvSpPr/>
            <p:nvPr/>
          </p:nvSpPr>
          <p:spPr>
            <a:xfrm>
              <a:off x="2943325" y="20442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"/>
            <p:cNvSpPr/>
            <p:nvPr/>
          </p:nvSpPr>
          <p:spPr>
            <a:xfrm>
              <a:off x="2943325" y="23452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"/>
            <p:cNvSpPr/>
            <p:nvPr/>
          </p:nvSpPr>
          <p:spPr>
            <a:xfrm>
              <a:off x="2943325" y="27968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"/>
            <p:cNvSpPr/>
            <p:nvPr/>
          </p:nvSpPr>
          <p:spPr>
            <a:xfrm>
              <a:off x="2943325" y="30978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"/>
            <p:cNvSpPr/>
            <p:nvPr/>
          </p:nvSpPr>
          <p:spPr>
            <a:xfrm>
              <a:off x="2943325" y="32483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"/>
            <p:cNvSpPr/>
            <p:nvPr/>
          </p:nvSpPr>
          <p:spPr>
            <a:xfrm>
              <a:off x="2943325" y="35493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"/>
            <p:cNvSpPr/>
            <p:nvPr/>
          </p:nvSpPr>
          <p:spPr>
            <a:xfrm>
              <a:off x="2943325" y="36998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"/>
            <p:cNvSpPr/>
            <p:nvPr/>
          </p:nvSpPr>
          <p:spPr>
            <a:xfrm>
              <a:off x="2943325" y="38503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"/>
            <p:cNvSpPr/>
            <p:nvPr/>
          </p:nvSpPr>
          <p:spPr>
            <a:xfrm>
              <a:off x="2943325" y="41514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"/>
            <p:cNvSpPr/>
            <p:nvPr/>
          </p:nvSpPr>
          <p:spPr>
            <a:xfrm>
              <a:off x="2943325" y="43019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"/>
            <p:cNvSpPr/>
            <p:nvPr/>
          </p:nvSpPr>
          <p:spPr>
            <a:xfrm>
              <a:off x="2943325" y="47534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"/>
            <p:cNvSpPr/>
            <p:nvPr/>
          </p:nvSpPr>
          <p:spPr>
            <a:xfrm>
              <a:off x="2943325" y="505445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"/>
            <p:cNvSpPr/>
            <p:nvPr/>
          </p:nvSpPr>
          <p:spPr>
            <a:xfrm>
              <a:off x="2943325" y="52049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"/>
            <p:cNvSpPr/>
            <p:nvPr/>
          </p:nvSpPr>
          <p:spPr>
            <a:xfrm>
              <a:off x="309385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"/>
            <p:cNvSpPr/>
            <p:nvPr/>
          </p:nvSpPr>
          <p:spPr>
            <a:xfrm>
              <a:off x="309385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"/>
            <p:cNvSpPr/>
            <p:nvPr/>
          </p:nvSpPr>
          <p:spPr>
            <a:xfrm>
              <a:off x="309385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"/>
            <p:cNvSpPr/>
            <p:nvPr/>
          </p:nvSpPr>
          <p:spPr>
            <a:xfrm>
              <a:off x="309385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"/>
            <p:cNvSpPr/>
            <p:nvPr/>
          </p:nvSpPr>
          <p:spPr>
            <a:xfrm>
              <a:off x="309385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"/>
            <p:cNvSpPr/>
            <p:nvPr/>
          </p:nvSpPr>
          <p:spPr>
            <a:xfrm>
              <a:off x="309385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"/>
            <p:cNvSpPr/>
            <p:nvPr/>
          </p:nvSpPr>
          <p:spPr>
            <a:xfrm>
              <a:off x="3093850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"/>
            <p:cNvSpPr/>
            <p:nvPr/>
          </p:nvSpPr>
          <p:spPr>
            <a:xfrm>
              <a:off x="3093850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"/>
            <p:cNvSpPr/>
            <p:nvPr/>
          </p:nvSpPr>
          <p:spPr>
            <a:xfrm>
              <a:off x="309385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"/>
            <p:cNvSpPr/>
            <p:nvPr/>
          </p:nvSpPr>
          <p:spPr>
            <a:xfrm>
              <a:off x="3244350" y="3886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"/>
            <p:cNvSpPr/>
            <p:nvPr/>
          </p:nvSpPr>
          <p:spPr>
            <a:xfrm>
              <a:off x="3244350" y="12917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"/>
            <p:cNvSpPr/>
            <p:nvPr/>
          </p:nvSpPr>
          <p:spPr>
            <a:xfrm>
              <a:off x="3244350" y="20442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"/>
            <p:cNvSpPr/>
            <p:nvPr/>
          </p:nvSpPr>
          <p:spPr>
            <a:xfrm>
              <a:off x="3244350" y="27968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"/>
            <p:cNvSpPr/>
            <p:nvPr/>
          </p:nvSpPr>
          <p:spPr>
            <a:xfrm>
              <a:off x="3244350" y="36998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"/>
            <p:cNvSpPr/>
            <p:nvPr/>
          </p:nvSpPr>
          <p:spPr>
            <a:xfrm>
              <a:off x="3244350" y="44524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"/>
            <p:cNvSpPr/>
            <p:nvPr/>
          </p:nvSpPr>
          <p:spPr>
            <a:xfrm>
              <a:off x="3244350" y="46029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2"/>
            <p:cNvSpPr/>
            <p:nvPr/>
          </p:nvSpPr>
          <p:spPr>
            <a:xfrm>
              <a:off x="3244350" y="52049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2"/>
            <p:cNvSpPr/>
            <p:nvPr/>
          </p:nvSpPr>
          <p:spPr>
            <a:xfrm>
              <a:off x="3394875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"/>
            <p:cNvSpPr/>
            <p:nvPr/>
          </p:nvSpPr>
          <p:spPr>
            <a:xfrm>
              <a:off x="3394875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"/>
            <p:cNvSpPr/>
            <p:nvPr/>
          </p:nvSpPr>
          <p:spPr>
            <a:xfrm>
              <a:off x="3394875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"/>
            <p:cNvSpPr/>
            <p:nvPr/>
          </p:nvSpPr>
          <p:spPr>
            <a:xfrm>
              <a:off x="3394875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"/>
            <p:cNvSpPr/>
            <p:nvPr/>
          </p:nvSpPr>
          <p:spPr>
            <a:xfrm>
              <a:off x="3394875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"/>
            <p:cNvSpPr/>
            <p:nvPr/>
          </p:nvSpPr>
          <p:spPr>
            <a:xfrm>
              <a:off x="3394875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"/>
            <p:cNvSpPr/>
            <p:nvPr/>
          </p:nvSpPr>
          <p:spPr>
            <a:xfrm>
              <a:off x="3545375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"/>
            <p:cNvSpPr/>
            <p:nvPr/>
          </p:nvSpPr>
          <p:spPr>
            <a:xfrm>
              <a:off x="3545375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"/>
            <p:cNvSpPr/>
            <p:nvPr/>
          </p:nvSpPr>
          <p:spPr>
            <a:xfrm>
              <a:off x="3545375" y="26462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" name="Google Shape;422;p2"/>
          <p:cNvGrpSpPr/>
          <p:nvPr/>
        </p:nvGrpSpPr>
        <p:grpSpPr>
          <a:xfrm rot="10800000">
            <a:off x="6367294" y="28698"/>
            <a:ext cx="2309820" cy="5086302"/>
            <a:chOff x="1287725" y="238125"/>
            <a:chExt cx="2379050" cy="5238750"/>
          </a:xfrm>
        </p:grpSpPr>
        <p:sp>
          <p:nvSpPr>
            <p:cNvPr id="423" name="Google Shape;423;p2"/>
            <p:cNvSpPr/>
            <p:nvPr/>
          </p:nvSpPr>
          <p:spPr>
            <a:xfrm>
              <a:off x="1287725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"/>
            <p:cNvSpPr/>
            <p:nvPr/>
          </p:nvSpPr>
          <p:spPr>
            <a:xfrm>
              <a:off x="1287725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"/>
            <p:cNvSpPr/>
            <p:nvPr/>
          </p:nvSpPr>
          <p:spPr>
            <a:xfrm>
              <a:off x="1287725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"/>
            <p:cNvSpPr/>
            <p:nvPr/>
          </p:nvSpPr>
          <p:spPr>
            <a:xfrm>
              <a:off x="1287725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"/>
            <p:cNvSpPr/>
            <p:nvPr/>
          </p:nvSpPr>
          <p:spPr>
            <a:xfrm>
              <a:off x="1287725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"/>
            <p:cNvSpPr/>
            <p:nvPr/>
          </p:nvSpPr>
          <p:spPr>
            <a:xfrm>
              <a:off x="1287725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"/>
            <p:cNvSpPr/>
            <p:nvPr/>
          </p:nvSpPr>
          <p:spPr>
            <a:xfrm>
              <a:off x="1287725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"/>
            <p:cNvSpPr/>
            <p:nvPr/>
          </p:nvSpPr>
          <p:spPr>
            <a:xfrm>
              <a:off x="1287725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"/>
            <p:cNvSpPr/>
            <p:nvPr/>
          </p:nvSpPr>
          <p:spPr>
            <a:xfrm>
              <a:off x="1287725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"/>
            <p:cNvSpPr/>
            <p:nvPr/>
          </p:nvSpPr>
          <p:spPr>
            <a:xfrm>
              <a:off x="1287725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"/>
            <p:cNvSpPr/>
            <p:nvPr/>
          </p:nvSpPr>
          <p:spPr>
            <a:xfrm>
              <a:off x="1287725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"/>
            <p:cNvSpPr/>
            <p:nvPr/>
          </p:nvSpPr>
          <p:spPr>
            <a:xfrm>
              <a:off x="1287725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"/>
            <p:cNvSpPr/>
            <p:nvPr/>
          </p:nvSpPr>
          <p:spPr>
            <a:xfrm>
              <a:off x="1287725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"/>
            <p:cNvSpPr/>
            <p:nvPr/>
          </p:nvSpPr>
          <p:spPr>
            <a:xfrm>
              <a:off x="1287725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"/>
            <p:cNvSpPr/>
            <p:nvPr/>
          </p:nvSpPr>
          <p:spPr>
            <a:xfrm>
              <a:off x="1287725" y="52049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"/>
            <p:cNvSpPr/>
            <p:nvPr/>
          </p:nvSpPr>
          <p:spPr>
            <a:xfrm>
              <a:off x="1438225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"/>
            <p:cNvSpPr/>
            <p:nvPr/>
          </p:nvSpPr>
          <p:spPr>
            <a:xfrm>
              <a:off x="1438225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"/>
            <p:cNvSpPr/>
            <p:nvPr/>
          </p:nvSpPr>
          <p:spPr>
            <a:xfrm>
              <a:off x="1438225" y="27968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"/>
            <p:cNvSpPr/>
            <p:nvPr/>
          </p:nvSpPr>
          <p:spPr>
            <a:xfrm>
              <a:off x="1438225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"/>
            <p:cNvSpPr/>
            <p:nvPr/>
          </p:nvSpPr>
          <p:spPr>
            <a:xfrm>
              <a:off x="1588750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"/>
            <p:cNvSpPr/>
            <p:nvPr/>
          </p:nvSpPr>
          <p:spPr>
            <a:xfrm>
              <a:off x="1588750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"/>
            <p:cNvSpPr/>
            <p:nvPr/>
          </p:nvSpPr>
          <p:spPr>
            <a:xfrm>
              <a:off x="158875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"/>
            <p:cNvSpPr/>
            <p:nvPr/>
          </p:nvSpPr>
          <p:spPr>
            <a:xfrm>
              <a:off x="158875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"/>
            <p:cNvSpPr/>
            <p:nvPr/>
          </p:nvSpPr>
          <p:spPr>
            <a:xfrm>
              <a:off x="1588750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"/>
            <p:cNvSpPr/>
            <p:nvPr/>
          </p:nvSpPr>
          <p:spPr>
            <a:xfrm>
              <a:off x="1588750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"/>
            <p:cNvSpPr/>
            <p:nvPr/>
          </p:nvSpPr>
          <p:spPr>
            <a:xfrm>
              <a:off x="158875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"/>
            <p:cNvSpPr/>
            <p:nvPr/>
          </p:nvSpPr>
          <p:spPr>
            <a:xfrm>
              <a:off x="158875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"/>
            <p:cNvSpPr/>
            <p:nvPr/>
          </p:nvSpPr>
          <p:spPr>
            <a:xfrm>
              <a:off x="1588750" y="35493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"/>
            <p:cNvSpPr/>
            <p:nvPr/>
          </p:nvSpPr>
          <p:spPr>
            <a:xfrm>
              <a:off x="1588750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"/>
            <p:cNvSpPr/>
            <p:nvPr/>
          </p:nvSpPr>
          <p:spPr>
            <a:xfrm>
              <a:off x="1739250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"/>
            <p:cNvSpPr/>
            <p:nvPr/>
          </p:nvSpPr>
          <p:spPr>
            <a:xfrm>
              <a:off x="1739250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"/>
            <p:cNvSpPr/>
            <p:nvPr/>
          </p:nvSpPr>
          <p:spPr>
            <a:xfrm>
              <a:off x="1739250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"/>
            <p:cNvSpPr/>
            <p:nvPr/>
          </p:nvSpPr>
          <p:spPr>
            <a:xfrm>
              <a:off x="1739250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"/>
            <p:cNvSpPr/>
            <p:nvPr/>
          </p:nvSpPr>
          <p:spPr>
            <a:xfrm>
              <a:off x="1739250" y="17432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"/>
            <p:cNvSpPr/>
            <p:nvPr/>
          </p:nvSpPr>
          <p:spPr>
            <a:xfrm>
              <a:off x="1739250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"/>
            <p:cNvSpPr/>
            <p:nvPr/>
          </p:nvSpPr>
          <p:spPr>
            <a:xfrm>
              <a:off x="1739250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"/>
            <p:cNvSpPr/>
            <p:nvPr/>
          </p:nvSpPr>
          <p:spPr>
            <a:xfrm>
              <a:off x="1739250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"/>
            <p:cNvSpPr/>
            <p:nvPr/>
          </p:nvSpPr>
          <p:spPr>
            <a:xfrm>
              <a:off x="1739250" y="29473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"/>
            <p:cNvSpPr/>
            <p:nvPr/>
          </p:nvSpPr>
          <p:spPr>
            <a:xfrm>
              <a:off x="1739250" y="30978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"/>
            <p:cNvSpPr/>
            <p:nvPr/>
          </p:nvSpPr>
          <p:spPr>
            <a:xfrm>
              <a:off x="1739250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"/>
            <p:cNvSpPr/>
            <p:nvPr/>
          </p:nvSpPr>
          <p:spPr>
            <a:xfrm>
              <a:off x="1739250" y="38503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"/>
            <p:cNvSpPr/>
            <p:nvPr/>
          </p:nvSpPr>
          <p:spPr>
            <a:xfrm>
              <a:off x="1739250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"/>
            <p:cNvSpPr/>
            <p:nvPr/>
          </p:nvSpPr>
          <p:spPr>
            <a:xfrm>
              <a:off x="1739250" y="44524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"/>
            <p:cNvSpPr/>
            <p:nvPr/>
          </p:nvSpPr>
          <p:spPr>
            <a:xfrm>
              <a:off x="1739250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"/>
            <p:cNvSpPr/>
            <p:nvPr/>
          </p:nvSpPr>
          <p:spPr>
            <a:xfrm>
              <a:off x="1739250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"/>
            <p:cNvSpPr/>
            <p:nvPr/>
          </p:nvSpPr>
          <p:spPr>
            <a:xfrm>
              <a:off x="173925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"/>
            <p:cNvSpPr/>
            <p:nvPr/>
          </p:nvSpPr>
          <p:spPr>
            <a:xfrm>
              <a:off x="1889750" y="53912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"/>
            <p:cNvSpPr/>
            <p:nvPr/>
          </p:nvSpPr>
          <p:spPr>
            <a:xfrm>
              <a:off x="1889750" y="6896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"/>
            <p:cNvSpPr/>
            <p:nvPr/>
          </p:nvSpPr>
          <p:spPr>
            <a:xfrm>
              <a:off x="1889750" y="9906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"/>
            <p:cNvSpPr/>
            <p:nvPr/>
          </p:nvSpPr>
          <p:spPr>
            <a:xfrm>
              <a:off x="1889750" y="11411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"/>
            <p:cNvSpPr/>
            <p:nvPr/>
          </p:nvSpPr>
          <p:spPr>
            <a:xfrm>
              <a:off x="1889750" y="12917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"/>
            <p:cNvSpPr/>
            <p:nvPr/>
          </p:nvSpPr>
          <p:spPr>
            <a:xfrm>
              <a:off x="1889750" y="15927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"/>
            <p:cNvSpPr/>
            <p:nvPr/>
          </p:nvSpPr>
          <p:spPr>
            <a:xfrm>
              <a:off x="1889750" y="32483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"/>
            <p:cNvSpPr/>
            <p:nvPr/>
          </p:nvSpPr>
          <p:spPr>
            <a:xfrm>
              <a:off x="1889750" y="35493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"/>
            <p:cNvSpPr/>
            <p:nvPr/>
          </p:nvSpPr>
          <p:spPr>
            <a:xfrm>
              <a:off x="1889750" y="36998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"/>
            <p:cNvSpPr/>
            <p:nvPr/>
          </p:nvSpPr>
          <p:spPr>
            <a:xfrm>
              <a:off x="1889750" y="505445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"/>
            <p:cNvSpPr/>
            <p:nvPr/>
          </p:nvSpPr>
          <p:spPr>
            <a:xfrm>
              <a:off x="1889750" y="53554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"/>
            <p:cNvSpPr/>
            <p:nvPr/>
          </p:nvSpPr>
          <p:spPr>
            <a:xfrm>
              <a:off x="2040275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"/>
            <p:cNvSpPr/>
            <p:nvPr/>
          </p:nvSpPr>
          <p:spPr>
            <a:xfrm>
              <a:off x="2040275" y="53912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"/>
            <p:cNvSpPr/>
            <p:nvPr/>
          </p:nvSpPr>
          <p:spPr>
            <a:xfrm>
              <a:off x="2040275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"/>
            <p:cNvSpPr/>
            <p:nvPr/>
          </p:nvSpPr>
          <p:spPr>
            <a:xfrm>
              <a:off x="2040275" y="9906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"/>
            <p:cNvSpPr/>
            <p:nvPr/>
          </p:nvSpPr>
          <p:spPr>
            <a:xfrm>
              <a:off x="2040275" y="159270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"/>
            <p:cNvSpPr/>
            <p:nvPr/>
          </p:nvSpPr>
          <p:spPr>
            <a:xfrm>
              <a:off x="2040275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"/>
            <p:cNvSpPr/>
            <p:nvPr/>
          </p:nvSpPr>
          <p:spPr>
            <a:xfrm>
              <a:off x="2040275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"/>
            <p:cNvSpPr/>
            <p:nvPr/>
          </p:nvSpPr>
          <p:spPr>
            <a:xfrm>
              <a:off x="2040275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"/>
            <p:cNvSpPr/>
            <p:nvPr/>
          </p:nvSpPr>
          <p:spPr>
            <a:xfrm>
              <a:off x="2040275" y="33988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"/>
            <p:cNvSpPr/>
            <p:nvPr/>
          </p:nvSpPr>
          <p:spPr>
            <a:xfrm>
              <a:off x="2040275" y="41514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"/>
            <p:cNvSpPr/>
            <p:nvPr/>
          </p:nvSpPr>
          <p:spPr>
            <a:xfrm>
              <a:off x="2040275" y="46029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"/>
            <p:cNvSpPr/>
            <p:nvPr/>
          </p:nvSpPr>
          <p:spPr>
            <a:xfrm>
              <a:off x="2040275" y="47534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"/>
            <p:cNvSpPr/>
            <p:nvPr/>
          </p:nvSpPr>
          <p:spPr>
            <a:xfrm>
              <a:off x="2040275" y="53554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"/>
            <p:cNvSpPr/>
            <p:nvPr/>
          </p:nvSpPr>
          <p:spPr>
            <a:xfrm>
              <a:off x="2190775" y="38862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"/>
            <p:cNvSpPr/>
            <p:nvPr/>
          </p:nvSpPr>
          <p:spPr>
            <a:xfrm>
              <a:off x="2190775" y="53912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"/>
            <p:cNvSpPr/>
            <p:nvPr/>
          </p:nvSpPr>
          <p:spPr>
            <a:xfrm>
              <a:off x="2190775" y="9906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"/>
            <p:cNvSpPr/>
            <p:nvPr/>
          </p:nvSpPr>
          <p:spPr>
            <a:xfrm>
              <a:off x="2190775" y="14422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"/>
            <p:cNvSpPr/>
            <p:nvPr/>
          </p:nvSpPr>
          <p:spPr>
            <a:xfrm>
              <a:off x="2190775" y="26462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"/>
            <p:cNvSpPr/>
            <p:nvPr/>
          </p:nvSpPr>
          <p:spPr>
            <a:xfrm>
              <a:off x="2190775" y="2947300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"/>
            <p:cNvSpPr/>
            <p:nvPr/>
          </p:nvSpPr>
          <p:spPr>
            <a:xfrm>
              <a:off x="2190775" y="3850375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"/>
            <p:cNvSpPr/>
            <p:nvPr/>
          </p:nvSpPr>
          <p:spPr>
            <a:xfrm>
              <a:off x="2190775" y="43019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"/>
            <p:cNvSpPr/>
            <p:nvPr/>
          </p:nvSpPr>
          <p:spPr>
            <a:xfrm>
              <a:off x="2190775" y="490395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"/>
            <p:cNvSpPr/>
            <p:nvPr/>
          </p:nvSpPr>
          <p:spPr>
            <a:xfrm>
              <a:off x="234130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"/>
            <p:cNvSpPr/>
            <p:nvPr/>
          </p:nvSpPr>
          <p:spPr>
            <a:xfrm>
              <a:off x="2341300" y="3886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"/>
            <p:cNvSpPr/>
            <p:nvPr/>
          </p:nvSpPr>
          <p:spPr>
            <a:xfrm>
              <a:off x="2341300" y="8401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"/>
            <p:cNvSpPr/>
            <p:nvPr/>
          </p:nvSpPr>
          <p:spPr>
            <a:xfrm>
              <a:off x="2341300" y="11411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"/>
            <p:cNvSpPr/>
            <p:nvPr/>
          </p:nvSpPr>
          <p:spPr>
            <a:xfrm>
              <a:off x="2341300" y="18937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"/>
            <p:cNvSpPr/>
            <p:nvPr/>
          </p:nvSpPr>
          <p:spPr>
            <a:xfrm>
              <a:off x="2341300" y="20442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"/>
            <p:cNvSpPr/>
            <p:nvPr/>
          </p:nvSpPr>
          <p:spPr>
            <a:xfrm>
              <a:off x="2341300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"/>
            <p:cNvSpPr/>
            <p:nvPr/>
          </p:nvSpPr>
          <p:spPr>
            <a:xfrm>
              <a:off x="2341300" y="4000875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"/>
            <p:cNvSpPr/>
            <p:nvPr/>
          </p:nvSpPr>
          <p:spPr>
            <a:xfrm>
              <a:off x="2491800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"/>
            <p:cNvSpPr/>
            <p:nvPr/>
          </p:nvSpPr>
          <p:spPr>
            <a:xfrm>
              <a:off x="2491800" y="12917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"/>
            <p:cNvSpPr/>
            <p:nvPr/>
          </p:nvSpPr>
          <p:spPr>
            <a:xfrm>
              <a:off x="2491800" y="21947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"/>
            <p:cNvSpPr/>
            <p:nvPr/>
          </p:nvSpPr>
          <p:spPr>
            <a:xfrm>
              <a:off x="2491800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0"/>
                  </a:moveTo>
                  <a:lnTo>
                    <a:pt x="1" y="4855"/>
                  </a:lnTo>
                  <a:lnTo>
                    <a:pt x="4856" y="4855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"/>
            <p:cNvSpPr/>
            <p:nvPr/>
          </p:nvSpPr>
          <p:spPr>
            <a:xfrm>
              <a:off x="2491800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"/>
            <p:cNvSpPr/>
            <p:nvPr/>
          </p:nvSpPr>
          <p:spPr>
            <a:xfrm>
              <a:off x="2642325" y="2381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"/>
            <p:cNvSpPr/>
            <p:nvPr/>
          </p:nvSpPr>
          <p:spPr>
            <a:xfrm>
              <a:off x="2642325" y="6896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"/>
            <p:cNvSpPr/>
            <p:nvPr/>
          </p:nvSpPr>
          <p:spPr>
            <a:xfrm>
              <a:off x="2642325" y="23452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"/>
            <p:cNvSpPr/>
            <p:nvPr/>
          </p:nvSpPr>
          <p:spPr>
            <a:xfrm>
              <a:off x="2642325" y="324832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"/>
            <p:cNvSpPr/>
            <p:nvPr/>
          </p:nvSpPr>
          <p:spPr>
            <a:xfrm>
              <a:off x="2642325" y="36998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0"/>
                  </a:moveTo>
                  <a:lnTo>
                    <a:pt x="0" y="4855"/>
                  </a:lnTo>
                  <a:lnTo>
                    <a:pt x="4855" y="4855"/>
                  </a:lnTo>
                  <a:lnTo>
                    <a:pt x="485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"/>
            <p:cNvSpPr/>
            <p:nvPr/>
          </p:nvSpPr>
          <p:spPr>
            <a:xfrm>
              <a:off x="2792825" y="430190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"/>
            <p:cNvSpPr/>
            <p:nvPr/>
          </p:nvSpPr>
          <p:spPr>
            <a:xfrm>
              <a:off x="2943325" y="1442200"/>
              <a:ext cx="121425" cy="121400"/>
            </a:xfrm>
            <a:custGeom>
              <a:avLst/>
              <a:gdLst/>
              <a:ahLst/>
              <a:cxnLst/>
              <a:rect l="l" t="t" r="r" b="b"/>
              <a:pathLst>
                <a:path w="4857" h="4856" extrusionOk="0">
                  <a:moveTo>
                    <a:pt x="1" y="0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"/>
            <p:cNvSpPr/>
            <p:nvPr/>
          </p:nvSpPr>
          <p:spPr>
            <a:xfrm>
              <a:off x="2943325" y="2646275"/>
              <a:ext cx="121425" cy="121425"/>
            </a:xfrm>
            <a:custGeom>
              <a:avLst/>
              <a:gdLst/>
              <a:ahLst/>
              <a:cxnLst/>
              <a:rect l="l" t="t" r="r" b="b"/>
              <a:pathLst>
                <a:path w="4857" h="4857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"/>
            <p:cNvSpPr/>
            <p:nvPr/>
          </p:nvSpPr>
          <p:spPr>
            <a:xfrm>
              <a:off x="3093850" y="5054450"/>
              <a:ext cx="121400" cy="121425"/>
            </a:xfrm>
            <a:custGeom>
              <a:avLst/>
              <a:gdLst/>
              <a:ahLst/>
              <a:cxnLst/>
              <a:rect l="l" t="t" r="r" b="b"/>
              <a:pathLst>
                <a:path w="4856" h="4857" extrusionOk="0">
                  <a:moveTo>
                    <a:pt x="0" y="1"/>
                  </a:moveTo>
                  <a:lnTo>
                    <a:pt x="0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"/>
            <p:cNvSpPr/>
            <p:nvPr/>
          </p:nvSpPr>
          <p:spPr>
            <a:xfrm>
              <a:off x="3394875" y="2495775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0" y="1"/>
                  </a:moveTo>
                  <a:lnTo>
                    <a:pt x="0" y="4856"/>
                  </a:lnTo>
                  <a:lnTo>
                    <a:pt x="4855" y="4856"/>
                  </a:lnTo>
                  <a:lnTo>
                    <a:pt x="485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"/>
            <p:cNvSpPr/>
            <p:nvPr/>
          </p:nvSpPr>
          <p:spPr>
            <a:xfrm>
              <a:off x="3545375" y="4903950"/>
              <a:ext cx="121400" cy="121400"/>
            </a:xfrm>
            <a:custGeom>
              <a:avLst/>
              <a:gdLst/>
              <a:ahLst/>
              <a:cxnLst/>
              <a:rect l="l" t="t" r="r" b="b"/>
              <a:pathLst>
                <a:path w="4856" h="4856" extrusionOk="0">
                  <a:moveTo>
                    <a:pt x="1" y="1"/>
                  </a:moveTo>
                  <a:lnTo>
                    <a:pt x="1" y="4856"/>
                  </a:lnTo>
                  <a:lnTo>
                    <a:pt x="4856" y="4856"/>
                  </a:lnTo>
                  <a:lnTo>
                    <a:pt x="485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8300" y="739375"/>
            <a:ext cx="67611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Dosis ExtraLight"/>
              <a:buNone/>
              <a:defRPr sz="36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8300" y="1733550"/>
            <a:ext cx="6761100" cy="29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itillium Web Light"/>
              <a:buChar char="▪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itillium Web Light"/>
              <a:buChar char="▫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itillium Web Light"/>
              <a:buChar char="▫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3pPr>
            <a:lvl4pPr marL="1828800" lvl="3" indent="-381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tillium Web Light"/>
              <a:buChar char="▫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4pPr>
            <a:lvl5pPr marL="2286000" lvl="4" indent="-381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tillium Web Light"/>
              <a:buChar char="▫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5pPr>
            <a:lvl6pPr marL="2743200" lvl="5" indent="-381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tillium Web Light"/>
              <a:buChar char="▫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6pPr>
            <a:lvl7pPr marL="3200400" lvl="6" indent="-381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tillium Web Light"/>
              <a:buChar char="●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7pPr>
            <a:lvl8pPr marL="3657600" lvl="7" indent="-381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tillium Web Light"/>
              <a:buChar char="○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8pPr>
            <a:lvl9pPr marL="4114800" lvl="8" indent="-381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tillium Web Light"/>
              <a:buChar char="■"/>
              <a:defRPr sz="2400">
                <a:solidFill>
                  <a:schemeClr val="dk1"/>
                </a:solidFill>
                <a:latin typeface="Titillium Web Light"/>
                <a:ea typeface="Titillium Web Light"/>
                <a:cs typeface="Titillium Web Light"/>
                <a:sym typeface="Titillium Web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1531" y="47202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1pPr>
            <a:lvl2pPr lvl="1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2pPr>
            <a:lvl3pPr lvl="2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3pPr>
            <a:lvl4pPr lvl="3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4pPr>
            <a:lvl5pPr lvl="4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5pPr>
            <a:lvl6pPr lvl="5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6pPr>
            <a:lvl7pPr lvl="6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7pPr>
            <a:lvl8pPr lvl="7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8pPr>
            <a:lvl9pPr lvl="8">
              <a:buNone/>
              <a:defRPr sz="1200">
                <a:solidFill>
                  <a:schemeClr val="dk2"/>
                </a:solidFill>
                <a:latin typeface="Dosis ExtraLight"/>
                <a:ea typeface="Dosis ExtraLight"/>
                <a:cs typeface="Dosis ExtraLight"/>
                <a:sym typeface="Dosis ExtraLigh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6" name="Google Shape;3836;p13"/>
          <p:cNvSpPr txBox="1">
            <a:spLocks noGrp="1"/>
          </p:cNvSpPr>
          <p:nvPr>
            <p:ph type="ctrTitle"/>
          </p:nvPr>
        </p:nvSpPr>
        <p:spPr>
          <a:xfrm>
            <a:off x="762000" y="696425"/>
            <a:ext cx="5396700" cy="11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 smtClean="0"/>
              <a:t>APRENDENDO ALGORITMOS COM JAVA E PHP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Algoritmo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É o registro detalhado da solução de um problema. A escrita de um programa transforma-se apenas na simples elaboração de um algoritmo adequado à resolução do problema apresentado, ou seja, um programa é a redação de um algoritmo numa linguagem de programação. Portanto, o programa passa a ser um conjunto de instruções escritas numa linguagem </a:t>
            </a:r>
            <a:r>
              <a:rPr lang="pt-BR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de </a:t>
            </a:r>
            <a:r>
              <a:rPr lang="pt-BR" u="sng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progra</a:t>
            </a:r>
            <a:r>
              <a:rPr lang="pt-BR" u="sng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m</a:t>
            </a:r>
            <a:r>
              <a:rPr lang="pt-BR" u="sng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ação</a:t>
            </a:r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, destinadas a resolver problemas.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001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Início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	Inteiro: num1, num2, soma;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	leia(num1, num2);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	soma := num1 + num2;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	escreva(soma);</a:t>
            </a:r>
          </a:p>
          <a:p>
            <a:pPr algn="just"/>
            <a:r>
              <a:rPr lang="pt-BR" dirty="0" err="1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Fimalgoritmo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algoritmo?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programa de computador?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algoritmo?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Alusão da resolução de um problema do mundo real utilizando comandos estruturados em um sequência lógica de entrada, cálculo e saída de dados.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programa de computador?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Um programa de computador tende a ser um software, muito das vezes originado de um algoritmo escrito em português estruturado em um linguagem de programação com a finalidade de simular, recriar algo do mundo, ou alguma coisa de forma digitalizada em sistema digital.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Exemplo: planilhas se tornaram planilhas eletrônicas com o MS Excel.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algoritmo estruturado?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Quais são as divisões principais de um algoritmo simples?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variáveis e quais seus tipos?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funções dentro de um algoritmo?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algoritmo estruturado?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Sequência de entrada, resolução e saída de informações que respeitam uma ordem lógica e estruturada.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Quais são as divisões principais de um algoritmo simples?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variáveis e quais seus tipos?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funções dentro de um algoritmo?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algoritmo estruturado?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Quais são as divisões principais de um algoritmo simples?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Um algoritmo pode/deve conter o nome do problema que tende a resolver, a declaração das variáveis necessárias, o início da parte lógica com os comandos e estruturas necessárias para se atingir um meio/fim e o fim do mesmo.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variáveis e quais seus tipos?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funções dentro de um algoritmo?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algoritmo estruturado?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Quais são as divisões principais de um algoritmo simples?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variáveis e quais seus tipos?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Variáveis são espaços reservados de memória para guardar valores por um determinado tempo. O nome variável se dá pelo fato de que seu valor sempre pode mudar.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Seus tipos primários: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-- Literal: letras, símbolos e números cercados por “ ”: “Cristiano”.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-- Inteiro: -134, 0, 1, 78, 1.234.567.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-- Real: 1.47, -0.5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-- Booleano: SIM/NÃO, S/N, YES/NO, Y/N, 0/1.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funções dentro de um algoritmo?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Retomando alguns conceitos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é um algoritmo estruturado?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Quais são as divisões principais de um algoritmo simples?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variáveis e quais seus tipos?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 que são funções dentro de um algoritmo?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- São pequenos códigos escritos por outro programador/a que alimentado por algum valor tende a resolver um pequeno problema para você, por exemplo, escrever na saída principal o nome “Cristiano”: 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	</a:t>
            </a:r>
            <a:r>
              <a:rPr lang="pt-BR" dirty="0" err="1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Escreval</a:t>
            </a:r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(“Cristiano”)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Operadores Matemáticos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611560" y="2139702"/>
            <a:ext cx="604867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Parênteses mais internos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Funções Matemáticas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** //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* / div </a:t>
            </a:r>
            <a:r>
              <a:rPr lang="pt-BR" dirty="0" err="1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mod</a:t>
            </a:r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+ -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5" name="Conector de seta reta 4"/>
          <p:cNvCxnSpPr/>
          <p:nvPr/>
        </p:nvCxnSpPr>
        <p:spPr>
          <a:xfrm>
            <a:off x="611560" y="1995686"/>
            <a:ext cx="216024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611560" y="1995686"/>
            <a:ext cx="0" cy="122413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Operadores Relacionais</a:t>
            </a:r>
            <a:endParaRPr lang="pt-BR" sz="3600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95536" y="2067694"/>
          <a:ext cx="5256584" cy="259588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3048000"/>
                <a:gridCol w="2208584"/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Operador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Exemplo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&lt;   menor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 &lt; 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&lt;= menor ou igual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&lt;=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&lt;   maior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 &gt; 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&gt;= maior ou igual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&gt;=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=   igual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 = 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buFont typeface="Symbol"/>
                        <a:buNone/>
                      </a:pPr>
                      <a:r>
                        <a:rPr lang="pt-BR" dirty="0" smtClean="0"/>
                        <a:t>&lt;&gt; diferente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Operadores lógicos ou booleanos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E    - AND - &amp; - &amp;&amp;: para a conjunção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OU - OR   - |   - |</a:t>
            </a:r>
            <a:r>
              <a:rPr lang="pt-BR" dirty="0" err="1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|</a:t>
            </a:r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: para a disjunção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NÃO - NOT - ! – !!: para a negação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Ainda por precedência:</a:t>
            </a:r>
          </a:p>
          <a:p>
            <a:pPr algn="just"/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Não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E</a:t>
            </a:r>
          </a:p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OU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5" name="Conector de seta reta 4"/>
          <p:cNvCxnSpPr/>
          <p:nvPr/>
        </p:nvCxnSpPr>
        <p:spPr>
          <a:xfrm>
            <a:off x="323528" y="3291830"/>
            <a:ext cx="576064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323528" y="3291830"/>
            <a:ext cx="0" cy="72008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Operadores lógicos ou booleanos</a:t>
            </a:r>
            <a:endParaRPr lang="pt-BR" sz="3600" dirty="0"/>
          </a:p>
        </p:txBody>
      </p:sp>
      <p:graphicFrame>
        <p:nvGraphicFramePr>
          <p:cNvPr id="8" name="Tabela 7"/>
          <p:cNvGraphicFramePr>
            <a:graphicFrameLocks noGrp="1"/>
          </p:cNvGraphicFramePr>
          <p:nvPr/>
        </p:nvGraphicFramePr>
        <p:xfrm>
          <a:off x="1043608" y="2427734"/>
          <a:ext cx="4392488" cy="2301924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196244"/>
                <a:gridCol w="2196244"/>
              </a:tblGrid>
              <a:tr h="288032">
                <a:tc gridSpan="2"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Prioridade das operações</a:t>
                      </a:r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332854">
                <a:tc>
                  <a:txBody>
                    <a:bodyPr/>
                    <a:lstStyle/>
                    <a:p>
                      <a:r>
                        <a:rPr lang="pt-BR" dirty="0" smtClean="0"/>
                        <a:t>Prioridade 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Operadores</a:t>
                      </a:r>
                      <a:endParaRPr lang="pt-BR" dirty="0"/>
                    </a:p>
                  </a:txBody>
                  <a:tcPr/>
                </a:tc>
              </a:tr>
              <a:tr h="332854">
                <a:tc>
                  <a:txBody>
                    <a:bodyPr/>
                    <a:lstStyle/>
                    <a:p>
                      <a:r>
                        <a:rPr lang="pt-BR" dirty="0" smtClean="0"/>
                        <a:t>1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Aritmético</a:t>
                      </a:r>
                      <a:endParaRPr lang="pt-BR" dirty="0"/>
                    </a:p>
                  </a:txBody>
                  <a:tcPr/>
                </a:tc>
              </a:tr>
              <a:tr h="332854">
                <a:tc>
                  <a:txBody>
                    <a:bodyPr/>
                    <a:lstStyle/>
                    <a:p>
                      <a:r>
                        <a:rPr lang="pt-BR" dirty="0" smtClean="0"/>
                        <a:t>2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Relacional</a:t>
                      </a:r>
                      <a:endParaRPr lang="pt-BR" dirty="0"/>
                    </a:p>
                  </a:txBody>
                  <a:tcPr/>
                </a:tc>
              </a:tr>
              <a:tr h="332854">
                <a:tc>
                  <a:txBody>
                    <a:bodyPr/>
                    <a:lstStyle/>
                    <a:p>
                      <a:r>
                        <a:rPr lang="pt-BR" dirty="0" smtClean="0"/>
                        <a:t>3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Não</a:t>
                      </a:r>
                      <a:endParaRPr lang="pt-BR" dirty="0"/>
                    </a:p>
                  </a:txBody>
                  <a:tcPr/>
                </a:tc>
              </a:tr>
              <a:tr h="332854">
                <a:tc>
                  <a:txBody>
                    <a:bodyPr/>
                    <a:lstStyle/>
                    <a:p>
                      <a:r>
                        <a:rPr lang="pt-BR" dirty="0" smtClean="0"/>
                        <a:t>4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E</a:t>
                      </a:r>
                      <a:endParaRPr lang="pt-BR" dirty="0"/>
                    </a:p>
                  </a:txBody>
                  <a:tcPr/>
                </a:tc>
              </a:tr>
              <a:tr h="332854">
                <a:tc>
                  <a:txBody>
                    <a:bodyPr/>
                    <a:lstStyle/>
                    <a:p>
                      <a:r>
                        <a:rPr lang="pt-BR" dirty="0" smtClean="0"/>
                        <a:t>5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OU</a:t>
                      </a:r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Exercício 002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Dar entrada a dois números. Trocar os valores das variáveis em que foram armazenados e exibi-los.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Exercício 003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Calcular a média aritmética entre quatro números. 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Estruturas de seleção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Divididas  em dois tipos:</a:t>
            </a:r>
          </a:p>
          <a:p>
            <a:pPr algn="just">
              <a:buClr>
                <a:schemeClr val="bg1"/>
              </a:buClr>
              <a:buFont typeface="Wingdings" pitchFamily="2" charset="2"/>
              <a:buChar char="q"/>
            </a:pPr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Simples</a:t>
            </a:r>
          </a:p>
          <a:p>
            <a:pPr algn="just">
              <a:buClr>
                <a:schemeClr val="bg1"/>
              </a:buClr>
              <a:buFont typeface="Wingdings" pitchFamily="2" charset="2"/>
              <a:buChar char="q"/>
            </a:pPr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Composta</a:t>
            </a:r>
          </a:p>
          <a:p>
            <a:pPr algn="just">
              <a:buClr>
                <a:schemeClr val="bg1"/>
              </a:buClr>
              <a:buFont typeface="Wingdings" pitchFamily="2" charset="2"/>
              <a:buChar char="q"/>
            </a:pPr>
            <a:endParaRPr lang="pt-BR" dirty="0" smtClean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pPr algn="just">
              <a:buClr>
                <a:schemeClr val="bg1"/>
              </a:buClr>
            </a:pPr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É um tipo de caminhos alternativos ao fluxo normal do programa.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1619672" y="3347576"/>
            <a:ext cx="3240360" cy="160043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scene3d>
            <a:camera prst="orthographicFront"/>
            <a:lightRig rig="threePt" dir="t"/>
          </a:scene3d>
          <a:sp3d contourW="12700">
            <a:bevelT/>
            <a:contourClr>
              <a:schemeClr val="bg1"/>
            </a:contourClr>
          </a:sp3d>
        </p:spPr>
        <p:txBody>
          <a:bodyPr wrap="square" rtlCol="0">
            <a:spAutoFit/>
          </a:bodyPr>
          <a:lstStyle/>
          <a:p>
            <a:r>
              <a:rPr lang="pt-BR" i="1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“Uma estrutura de seleção é aquela que permite a escolha de um conjunto de ações e estruturas a serem executadas quando determinadas condições são ou não satisfeitas. Tais expressões são representadas por expressões lógicas” [1].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Seleção Simples</a:t>
            </a:r>
            <a:br>
              <a:rPr lang="pt-BR" sz="3600" dirty="0" smtClean="0"/>
            </a:br>
            <a:r>
              <a:rPr lang="pt-BR" sz="3600" dirty="0" smtClean="0"/>
              <a:t>Exercício 004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Receber a temperatura em graus Celsius de um pessoa e emitir a mensagem se ela estiver com febre. 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3600" dirty="0" smtClean="0"/>
              <a:t>Seleção Composta</a:t>
            </a:r>
            <a:br>
              <a:rPr lang="pt-BR" sz="3600" dirty="0" smtClean="0"/>
            </a:br>
            <a:r>
              <a:rPr lang="pt-BR" sz="3600" dirty="0" smtClean="0"/>
              <a:t>Exercício 005</a:t>
            </a:r>
            <a:endParaRPr lang="pt-BR" sz="36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323528" y="2067694"/>
            <a:ext cx="60486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>
                <a:solidFill>
                  <a:schemeClr val="accent2">
                    <a:lumMod val="40000"/>
                    <a:lumOff val="60000"/>
                  </a:schemeClr>
                </a:solidFill>
              </a:rPr>
              <a:t>Elaborar um algoritmo que recebe um número inteiro e informe se ele é par ou impar</a:t>
            </a:r>
            <a:endParaRPr lang="pt-BR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com Único Canto Aparado e Arredondado 2"/>
          <p:cNvSpPr/>
          <p:nvPr/>
        </p:nvSpPr>
        <p:spPr>
          <a:xfrm>
            <a:off x="1619672" y="411510"/>
            <a:ext cx="1368152" cy="648072"/>
          </a:xfrm>
          <a:prstGeom prst="snip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solidFill>
                  <a:schemeClr val="accent6"/>
                </a:solidFill>
              </a:rPr>
              <a:t>Início</a:t>
            </a:r>
            <a:endParaRPr lang="pt-BR" b="1" dirty="0">
              <a:solidFill>
                <a:schemeClr val="accent6"/>
              </a:solidFill>
            </a:endParaRPr>
          </a:p>
        </p:txBody>
      </p:sp>
      <p:sp>
        <p:nvSpPr>
          <p:cNvPr id="4" name="Fluxograma: Decisão 3"/>
          <p:cNvSpPr/>
          <p:nvPr/>
        </p:nvSpPr>
        <p:spPr>
          <a:xfrm>
            <a:off x="1691680" y="1419622"/>
            <a:ext cx="1224136" cy="864096"/>
          </a:xfrm>
          <a:prstGeom prst="flowChartDecision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5" name="Fluxograma: Processo 4"/>
          <p:cNvSpPr/>
          <p:nvPr/>
        </p:nvSpPr>
        <p:spPr>
          <a:xfrm>
            <a:off x="1730044" y="2715766"/>
            <a:ext cx="1152128" cy="720080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solidFill>
                  <a:schemeClr val="accent6"/>
                </a:solidFill>
              </a:rPr>
              <a:t>SIM</a:t>
            </a:r>
          </a:p>
        </p:txBody>
      </p:sp>
      <p:sp>
        <p:nvSpPr>
          <p:cNvPr id="6" name="Fluxograma: Processo 5"/>
          <p:cNvSpPr/>
          <p:nvPr/>
        </p:nvSpPr>
        <p:spPr>
          <a:xfrm>
            <a:off x="3491880" y="1491630"/>
            <a:ext cx="1152128" cy="720080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solidFill>
                  <a:schemeClr val="accent6"/>
                </a:solidFill>
              </a:rPr>
              <a:t>NÃO</a:t>
            </a:r>
          </a:p>
        </p:txBody>
      </p:sp>
      <p:cxnSp>
        <p:nvCxnSpPr>
          <p:cNvPr id="8" name="Conector de seta reta 7"/>
          <p:cNvCxnSpPr>
            <a:stCxn id="3" idx="1"/>
            <a:endCxn id="4" idx="0"/>
          </p:cNvCxnSpPr>
          <p:nvPr/>
        </p:nvCxnSpPr>
        <p:spPr>
          <a:xfrm>
            <a:off x="2303748" y="1059582"/>
            <a:ext cx="0" cy="3600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>
            <a:stCxn id="4" idx="2"/>
            <a:endCxn id="5" idx="0"/>
          </p:cNvCxnSpPr>
          <p:nvPr/>
        </p:nvCxnSpPr>
        <p:spPr>
          <a:xfrm>
            <a:off x="2303748" y="2283718"/>
            <a:ext cx="2360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/>
          <p:cNvCxnSpPr>
            <a:stCxn id="4" idx="3"/>
            <a:endCxn id="6" idx="1"/>
          </p:cNvCxnSpPr>
          <p:nvPr/>
        </p:nvCxnSpPr>
        <p:spPr>
          <a:xfrm>
            <a:off x="2915816" y="1851670"/>
            <a:ext cx="576064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luxograma: Processo 18"/>
          <p:cNvSpPr/>
          <p:nvPr/>
        </p:nvSpPr>
        <p:spPr>
          <a:xfrm>
            <a:off x="1731718" y="3939902"/>
            <a:ext cx="1152128" cy="720080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solidFill>
                  <a:schemeClr val="accent6"/>
                </a:solidFill>
              </a:rPr>
              <a:t>Fim</a:t>
            </a:r>
          </a:p>
        </p:txBody>
      </p:sp>
      <p:sp>
        <p:nvSpPr>
          <p:cNvPr id="20" name="Fluxograma: Processo 19"/>
          <p:cNvSpPr/>
          <p:nvPr/>
        </p:nvSpPr>
        <p:spPr>
          <a:xfrm>
            <a:off x="5148064" y="1491630"/>
            <a:ext cx="1152128" cy="720080"/>
          </a:xfrm>
          <a:prstGeom prst="flowChart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b="1" dirty="0" smtClean="0">
                <a:solidFill>
                  <a:schemeClr val="accent6"/>
                </a:solidFill>
              </a:rPr>
              <a:t>Fim alternativo</a:t>
            </a:r>
          </a:p>
        </p:txBody>
      </p:sp>
      <p:cxnSp>
        <p:nvCxnSpPr>
          <p:cNvPr id="22" name="Conector de seta reta 21"/>
          <p:cNvCxnSpPr>
            <a:stCxn id="5" idx="2"/>
            <a:endCxn id="19" idx="0"/>
          </p:cNvCxnSpPr>
          <p:nvPr/>
        </p:nvCxnSpPr>
        <p:spPr>
          <a:xfrm>
            <a:off x="2306108" y="3435846"/>
            <a:ext cx="1674" cy="5040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/>
          <p:cNvCxnSpPr>
            <a:stCxn id="6" idx="3"/>
            <a:endCxn id="20" idx="1"/>
          </p:cNvCxnSpPr>
          <p:nvPr/>
        </p:nvCxnSpPr>
        <p:spPr>
          <a:xfrm>
            <a:off x="4644008" y="1851670"/>
            <a:ext cx="50405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ixaDeTexto 30"/>
          <p:cNvSpPr txBox="1"/>
          <p:nvPr/>
        </p:nvSpPr>
        <p:spPr>
          <a:xfrm>
            <a:off x="947185" y="1491630"/>
            <a:ext cx="96051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 smtClean="0">
                <a:solidFill>
                  <a:schemeClr val="bg1"/>
                </a:solidFill>
              </a:rPr>
              <a:t>Estrutura </a:t>
            </a:r>
          </a:p>
          <a:p>
            <a:pPr algn="ctr"/>
            <a:r>
              <a:rPr lang="pt-BR" dirty="0" smtClean="0">
                <a:solidFill>
                  <a:schemeClr val="bg1"/>
                </a:solidFill>
              </a:rPr>
              <a:t>de </a:t>
            </a:r>
          </a:p>
          <a:p>
            <a:pPr algn="ctr"/>
            <a:r>
              <a:rPr lang="pt-BR" dirty="0" smtClean="0">
                <a:solidFill>
                  <a:schemeClr val="bg1"/>
                </a:solidFill>
              </a:rPr>
              <a:t>decisão</a:t>
            </a:r>
            <a:endParaRPr lang="pt-B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006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2" y="2283718"/>
            <a:ext cx="47788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Receber uma idade e, caso seja menor, emitir mensagem</a:t>
            </a:r>
            <a:endParaRPr lang="pt-B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007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2" y="2283718"/>
            <a:ext cx="46805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Inicializar uma senha e pedir ao usuário para adivinhá-la informando em caso de acerto</a:t>
            </a:r>
            <a:endParaRPr lang="pt-B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008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2" y="2283718"/>
            <a:ext cx="5184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Receber nome e idade de duas pessoas e exibir o nome da mais velha</a:t>
            </a:r>
            <a:endParaRPr lang="pt-B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000" dirty="0" smtClean="0"/>
              <a:t>Operadores </a:t>
            </a:r>
            <a:br>
              <a:rPr lang="pt-BR" sz="4000" dirty="0" smtClean="0"/>
            </a:br>
            <a:r>
              <a:rPr lang="pt-BR" sz="4000" dirty="0" smtClean="0"/>
              <a:t>Relacionais</a:t>
            </a:r>
            <a:endParaRPr lang="pt-BR" sz="4000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467544" y="2427734"/>
          <a:ext cx="6096000" cy="259588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3048000"/>
                <a:gridCol w="3048000"/>
              </a:tblGrid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&lt;   menor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&lt;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&lt;= menor ou igual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&lt;=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&gt;   maior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&gt; B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&gt;=</a:t>
                      </a:r>
                      <a:r>
                        <a:rPr lang="pt-BR" baseline="0" dirty="0" smtClean="0"/>
                        <a:t> maio ou igual que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&gt;=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=   igual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= B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>
                        <a:buFont typeface="Symbol"/>
                        <a:buNone/>
                      </a:pPr>
                      <a:r>
                        <a:rPr lang="pt-BR" dirty="0" smtClean="0"/>
                        <a:t>&lt;&gt; Diferente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A &lt;&gt; B</a:t>
                      </a:r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000" dirty="0" smtClean="0"/>
              <a:t>Operadores </a:t>
            </a:r>
            <a:br>
              <a:rPr lang="pt-BR" sz="4000" dirty="0" smtClean="0"/>
            </a:br>
            <a:r>
              <a:rPr lang="pt-BR" sz="4000" dirty="0" smtClean="0"/>
              <a:t>lógicos booleanos</a:t>
            </a:r>
            <a:endParaRPr lang="pt-BR" sz="4000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467544" y="2427734"/>
          <a:ext cx="4104456" cy="148336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1817689"/>
                <a:gridCol w="2286767"/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Símbolo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Função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E, &amp;, &amp;&amp;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Conjunção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OU, |, |</a:t>
                      </a:r>
                      <a:r>
                        <a:rPr lang="pt-BR" dirty="0" err="1" smtClean="0"/>
                        <a:t>|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Disjunção (</a:t>
                      </a:r>
                      <a:r>
                        <a:rPr lang="pt-BR" dirty="0" err="1" smtClean="0"/>
                        <a:t>não-exclusiva</a:t>
                      </a:r>
                      <a:r>
                        <a:rPr lang="pt-BR" dirty="0" smtClean="0"/>
                        <a:t>)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NÃO,</a:t>
                      </a:r>
                      <a:r>
                        <a:rPr lang="pt-BR" baseline="0" dirty="0" smtClean="0"/>
                        <a:t> !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Negação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CaixaDeTexto 4"/>
          <p:cNvSpPr txBox="1"/>
          <p:nvPr/>
        </p:nvSpPr>
        <p:spPr>
          <a:xfrm>
            <a:off x="5076056" y="2571750"/>
            <a:ext cx="574196" cy="738664"/>
          </a:xfrm>
          <a:prstGeom prst="rect">
            <a:avLst/>
          </a:prstGeom>
          <a:noFill/>
          <a:ln cap="flat">
            <a:solidFill>
              <a:schemeClr val="tx1"/>
            </a:solidFill>
            <a:round/>
          </a:ln>
        </p:spPr>
        <p:txBody>
          <a:bodyPr wrap="non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NÃO</a:t>
            </a:r>
          </a:p>
          <a:p>
            <a:r>
              <a:rPr lang="pt-BR" dirty="0" smtClean="0">
                <a:solidFill>
                  <a:schemeClr val="bg1"/>
                </a:solidFill>
              </a:rPr>
              <a:t>E</a:t>
            </a:r>
          </a:p>
          <a:p>
            <a:r>
              <a:rPr lang="pt-BR" dirty="0" smtClean="0">
                <a:solidFill>
                  <a:schemeClr val="bg1"/>
                </a:solidFill>
              </a:rPr>
              <a:t>OU</a:t>
            </a:r>
            <a:endParaRPr lang="pt-BR" dirty="0">
              <a:solidFill>
                <a:schemeClr val="bg1"/>
              </a:solidFill>
            </a:endParaRPr>
          </a:p>
        </p:txBody>
      </p:sp>
      <p:cxnSp>
        <p:nvCxnSpPr>
          <p:cNvPr id="7" name="Conector de seta reta 6"/>
          <p:cNvCxnSpPr/>
          <p:nvPr/>
        </p:nvCxnSpPr>
        <p:spPr>
          <a:xfrm>
            <a:off x="5004048" y="2499742"/>
            <a:ext cx="79208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5004048" y="2499742"/>
            <a:ext cx="0" cy="7920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000" dirty="0" smtClean="0"/>
              <a:t>Exemplo com tabela</a:t>
            </a:r>
            <a:br>
              <a:rPr lang="pt-BR" sz="4000" dirty="0" smtClean="0"/>
            </a:br>
            <a:r>
              <a:rPr lang="pt-BR" sz="4000" dirty="0" smtClean="0"/>
              <a:t>verdade</a:t>
            </a:r>
            <a:endParaRPr lang="pt-BR" sz="4000" dirty="0"/>
          </a:p>
        </p:txBody>
      </p:sp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179515" y="2427734"/>
          <a:ext cx="6048670" cy="185420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1209734"/>
                <a:gridCol w="1209734"/>
                <a:gridCol w="1209734"/>
                <a:gridCol w="1209734"/>
                <a:gridCol w="1209734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1°</a:t>
                      </a:r>
                      <a:r>
                        <a:rPr lang="pt-BR" baseline="0" dirty="0" smtClean="0"/>
                        <a:t> operando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2° </a:t>
                      </a:r>
                      <a:r>
                        <a:rPr lang="pt-BR" baseline="0" dirty="0" smtClean="0"/>
                        <a:t>operando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ou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!e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F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V</a:t>
                      </a:r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009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1125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Dado três lados de um triângulo verifique se estes formam, qual tipo de triângulo (isósceles, escaleno, ou equilátero).</a:t>
            </a:r>
          </a:p>
          <a:p>
            <a:endParaRPr lang="pt-BR" dirty="0" smtClean="0">
              <a:solidFill>
                <a:schemeClr val="bg1"/>
              </a:solidFill>
            </a:endParaRPr>
          </a:p>
          <a:p>
            <a:r>
              <a:rPr lang="pt-BR" sz="1200" i="1" dirty="0" smtClean="0">
                <a:solidFill>
                  <a:schemeClr val="bg1"/>
                </a:solidFill>
              </a:rPr>
              <a:t>Dica: </a:t>
            </a:r>
          </a:p>
          <a:p>
            <a:r>
              <a:rPr lang="pt-BR" sz="1200" i="1" dirty="0" smtClean="0">
                <a:solidFill>
                  <a:schemeClr val="bg1"/>
                </a:solidFill>
              </a:rPr>
              <a:t>Isósceles: dois lados com comprimentos iguais.</a:t>
            </a:r>
          </a:p>
          <a:p>
            <a:r>
              <a:rPr lang="pt-BR" sz="1200" i="1" dirty="0" smtClean="0">
                <a:solidFill>
                  <a:schemeClr val="bg1"/>
                </a:solidFill>
              </a:rPr>
              <a:t>Escaleno: Três lados com comprimentos diferentes.</a:t>
            </a:r>
          </a:p>
          <a:p>
            <a:r>
              <a:rPr lang="pt-BR" sz="1200" i="1" dirty="0" smtClean="0">
                <a:solidFill>
                  <a:schemeClr val="bg1"/>
                </a:solidFill>
              </a:rPr>
              <a:t>Equilátero: Três lados com comprimentos iguais.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010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Leia três medidas e verifique se estas formam um triângulo.</a:t>
            </a:r>
          </a:p>
          <a:p>
            <a:endParaRPr lang="pt-BR" dirty="0" smtClean="0">
              <a:solidFill>
                <a:schemeClr val="bg1"/>
              </a:solidFill>
            </a:endParaRPr>
          </a:p>
          <a:p>
            <a:r>
              <a:rPr lang="pt-BR" sz="1100" i="1" dirty="0" smtClean="0">
                <a:solidFill>
                  <a:schemeClr val="bg1"/>
                </a:solidFill>
              </a:rPr>
              <a:t>Dica: Para verificar se três lados formam um triângulo, é necessário aplicar a desigualdade triangular, que afirma que a soma de dois lados deve ser maior que o terceiro lado. Se essa condição for satisfeita, os três lados formam um triângulo. Se não, os lados não formam um triângulo.  </a:t>
            </a:r>
            <a:endParaRPr lang="pt-BR" sz="1100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011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Leia três medidas e verifique se estas formam um triângulo. Ainda, se as medidas formarem um triângulo verifique qual tipo (isósceles, escaleno, ou equilátero).</a:t>
            </a: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012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Calcule a área de um triângulo:</a:t>
            </a:r>
          </a:p>
          <a:p>
            <a:endParaRPr lang="pt-BR" dirty="0" smtClean="0">
              <a:solidFill>
                <a:schemeClr val="bg1"/>
              </a:solidFill>
            </a:endParaRPr>
          </a:p>
          <a:p>
            <a:r>
              <a:rPr lang="pt-BR" dirty="0" smtClean="0">
                <a:solidFill>
                  <a:schemeClr val="bg1"/>
                </a:solidFill>
              </a:rPr>
              <a:t>(BASE * ALTURA) / 2</a:t>
            </a: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013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Digite um inteiro maior que 100 e se for maior escreva a mensagem “você conseguiu”, caso contrário, apresente o número com a frase “não é maior que 100”.</a:t>
            </a: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014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Determinar qual é o maior valor entre dois números digitados. Caso sejam iguais escreva “IGUAIS”.</a:t>
            </a: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015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Faça um programa que leia três números inteiros e coloque-os em ordem crescente.</a:t>
            </a: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800" dirty="0" smtClean="0"/>
              <a:t>Estrutura caso escolha</a:t>
            </a:r>
            <a:endParaRPr lang="pt-BR" sz="48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É onde a escolha do caminho a ser seguido pelo fluxo de controle é feita dependendo do valor de uma expressão do programa e apenas uma das alternativas será executada.</a:t>
            </a:r>
          </a:p>
          <a:p>
            <a:endParaRPr lang="pt-BR" dirty="0" smtClean="0">
              <a:solidFill>
                <a:schemeClr val="bg1"/>
              </a:solidFill>
            </a:endParaRPr>
          </a:p>
          <a:p>
            <a:r>
              <a:rPr lang="pt-BR" dirty="0" smtClean="0">
                <a:solidFill>
                  <a:schemeClr val="bg1"/>
                </a:solidFill>
              </a:rPr>
              <a:t>Dica importante: somente utilize números inteiros e letras.</a:t>
            </a:r>
            <a:endParaRPr lang="pt-BR" dirty="0" smtClean="0">
              <a:solidFill>
                <a:schemeClr val="bg1"/>
              </a:solidFill>
            </a:endParaRP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4800" dirty="0" smtClean="0"/>
              <a:t>Estrutura caso escolha</a:t>
            </a:r>
            <a:endParaRPr lang="pt-BR" sz="4800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 smtClean="0">
                <a:solidFill>
                  <a:schemeClr val="bg1"/>
                </a:solidFill>
              </a:rPr>
              <a:t>escolha</a:t>
            </a:r>
            <a:r>
              <a:rPr lang="pt-BR" sz="1200" dirty="0" smtClean="0">
                <a:solidFill>
                  <a:schemeClr val="bg1"/>
                </a:solidFill>
              </a:rPr>
              <a:t> (expressão):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  caso 1: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    comando;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caso 2: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    comando;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.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.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.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caso n: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    comando;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</a:t>
            </a:r>
            <a:r>
              <a:rPr lang="pt-BR" sz="1200" dirty="0" err="1" smtClean="0">
                <a:solidFill>
                  <a:schemeClr val="bg1"/>
                </a:solidFill>
              </a:rPr>
              <a:t>outrocaso</a:t>
            </a:r>
            <a:r>
              <a:rPr lang="pt-BR" sz="1200" dirty="0" smtClean="0">
                <a:solidFill>
                  <a:schemeClr val="bg1"/>
                </a:solidFill>
              </a:rPr>
              <a:t>: </a:t>
            </a:r>
          </a:p>
          <a:p>
            <a:r>
              <a:rPr lang="pt-BR" sz="1200" dirty="0" smtClean="0">
                <a:solidFill>
                  <a:schemeClr val="bg1"/>
                </a:solidFill>
              </a:rPr>
              <a:t> </a:t>
            </a:r>
            <a:r>
              <a:rPr lang="pt-BR" sz="1200" dirty="0" smtClean="0">
                <a:solidFill>
                  <a:schemeClr val="bg1"/>
                </a:solidFill>
              </a:rPr>
              <a:t>      comando;</a:t>
            </a:r>
          </a:p>
          <a:p>
            <a:r>
              <a:rPr lang="pt-BR" sz="1200" dirty="0" err="1" smtClean="0">
                <a:solidFill>
                  <a:schemeClr val="bg1"/>
                </a:solidFill>
              </a:rPr>
              <a:t>Fimescolha</a:t>
            </a:r>
            <a:r>
              <a:rPr lang="pt-BR" sz="1200" dirty="0" smtClean="0">
                <a:solidFill>
                  <a:schemeClr val="bg1"/>
                </a:solidFill>
              </a:rPr>
              <a:t>;</a:t>
            </a:r>
            <a:endParaRPr lang="pt-BR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Exercício </a:t>
            </a:r>
            <a:r>
              <a:rPr lang="pt-BR" dirty="0" smtClean="0"/>
              <a:t>016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899593" y="2283718"/>
            <a:ext cx="54726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Faça um programa que </a:t>
            </a:r>
            <a:r>
              <a:rPr lang="pt-BR" dirty="0" smtClean="0">
                <a:solidFill>
                  <a:schemeClr val="bg1"/>
                </a:solidFill>
              </a:rPr>
              <a:t>apresente um menu de opções para o usuário para ele escolher qual área das seguintes formas geométricas deseja calcular: 1 - Quadrado, 2 - Retângulo, </a:t>
            </a:r>
          </a:p>
          <a:p>
            <a:r>
              <a:rPr lang="pt-BR" dirty="0" smtClean="0">
                <a:solidFill>
                  <a:schemeClr val="bg1"/>
                </a:solidFill>
              </a:rPr>
              <a:t>3 - Círculo e 4 - Triângulo. A partir da escolha deve ser feita a leitura das variáveis e apresentar a área do objeto escolhido.</a:t>
            </a:r>
            <a:endParaRPr lang="pt-BR" dirty="0" smtClean="0">
              <a:solidFill>
                <a:schemeClr val="bg1"/>
              </a:solidFill>
            </a:endParaRPr>
          </a:p>
          <a:p>
            <a:endParaRPr lang="pt-BR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wbray template">
  <a:themeElements>
    <a:clrScheme name="Custom 347">
      <a:dk1>
        <a:srgbClr val="003B55"/>
      </a:dk1>
      <a:lt1>
        <a:srgbClr val="FFFFFF"/>
      </a:lt1>
      <a:dk2>
        <a:srgbClr val="0B87A1"/>
      </a:dk2>
      <a:lt2>
        <a:srgbClr val="EEF1EE"/>
      </a:lt2>
      <a:accent1>
        <a:srgbClr val="D3EBD5"/>
      </a:accent1>
      <a:accent2>
        <a:srgbClr val="80BFB7"/>
      </a:accent2>
      <a:accent3>
        <a:srgbClr val="0B87A1"/>
      </a:accent3>
      <a:accent4>
        <a:srgbClr val="01597F"/>
      </a:accent4>
      <a:accent5>
        <a:srgbClr val="003B55"/>
      </a:accent5>
      <a:accent6>
        <a:srgbClr val="001120"/>
      </a:accent6>
      <a:hlink>
        <a:srgbClr val="01597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1343</Words>
  <Application>Microsoft Office PowerPoint</Application>
  <PresentationFormat>Apresentação na tela (16:9)</PresentationFormat>
  <Paragraphs>239</Paragraphs>
  <Slides>36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36</vt:i4>
      </vt:variant>
    </vt:vector>
  </HeadingPairs>
  <TitlesOfParts>
    <vt:vector size="42" baseType="lpstr">
      <vt:lpstr>Arial</vt:lpstr>
      <vt:lpstr>Dosis ExtraLight</vt:lpstr>
      <vt:lpstr>Symbol</vt:lpstr>
      <vt:lpstr>Wingdings</vt:lpstr>
      <vt:lpstr>Titillium Web Light</vt:lpstr>
      <vt:lpstr>Mowbray template</vt:lpstr>
      <vt:lpstr>APRENDENDO ALGORITMOS COM JAVA E PHP</vt:lpstr>
      <vt:lpstr>Algoritmo</vt:lpstr>
      <vt:lpstr>EXERCÍCIO 001</vt:lpstr>
      <vt:lpstr>Retomando alguns conceitos</vt:lpstr>
      <vt:lpstr>Retomando alguns conceitos</vt:lpstr>
      <vt:lpstr>Retomando alguns conceitos</vt:lpstr>
      <vt:lpstr>Retomando alguns conceitos</vt:lpstr>
      <vt:lpstr>Retomando alguns conceitos</vt:lpstr>
      <vt:lpstr>Retomando alguns conceitos</vt:lpstr>
      <vt:lpstr>Retomando alguns conceitos</vt:lpstr>
      <vt:lpstr>Operadores Matemáticos</vt:lpstr>
      <vt:lpstr>Operadores Relacionais</vt:lpstr>
      <vt:lpstr>Operadores lógicos ou booleanos</vt:lpstr>
      <vt:lpstr>Operadores lógicos ou booleanos</vt:lpstr>
      <vt:lpstr>Exercício 002</vt:lpstr>
      <vt:lpstr>Exercício 003</vt:lpstr>
      <vt:lpstr>Estruturas de seleção</vt:lpstr>
      <vt:lpstr>Seleção Simples Exercício 004</vt:lpstr>
      <vt:lpstr>Seleção Composta Exercício 005</vt:lpstr>
      <vt:lpstr>Slide 20</vt:lpstr>
      <vt:lpstr>Exercício 006</vt:lpstr>
      <vt:lpstr>Exercício 007</vt:lpstr>
      <vt:lpstr>Exercício 008</vt:lpstr>
      <vt:lpstr>Operadores  Relacionais</vt:lpstr>
      <vt:lpstr>Operadores  lógicos booleanos</vt:lpstr>
      <vt:lpstr>Exemplo com tabela verdade</vt:lpstr>
      <vt:lpstr>Exercício 009</vt:lpstr>
      <vt:lpstr>Exercício 010</vt:lpstr>
      <vt:lpstr>Exercício 011</vt:lpstr>
      <vt:lpstr>Exercício 012</vt:lpstr>
      <vt:lpstr>Exercício 013</vt:lpstr>
      <vt:lpstr>Exercício 014</vt:lpstr>
      <vt:lpstr>Exercício 015</vt:lpstr>
      <vt:lpstr>Estrutura caso escolha</vt:lpstr>
      <vt:lpstr>Estrutura caso escolha</vt:lpstr>
      <vt:lpstr>Exercício 016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dc:creator>Cristiano José Cecanho</dc:creator>
  <cp:lastModifiedBy>Cristiano</cp:lastModifiedBy>
  <cp:revision>33</cp:revision>
  <dcterms:modified xsi:type="dcterms:W3CDTF">2026-01-02T12:29:02Z</dcterms:modified>
</cp:coreProperties>
</file>