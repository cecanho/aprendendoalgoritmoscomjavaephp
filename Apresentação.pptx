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Dosis ExtraLight" charset="0"/>
      <p:regular r:id="rId19"/>
      <p:bold r:id="rId20"/>
    </p:embeddedFont>
    <p:embeddedFont>
      <p:font typeface="Titillium Web Light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9" d="100"/>
          <a:sy n="149" d="100"/>
        </p:scale>
        <p:origin x="-534" y="-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APRENDENDO ALGORITMOS COM JAVA E PHP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Algoritmo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É o registro detalhado da solução de um problema. A escrita de um programa transforma-se apenas na simples elaboração de um algoritmo adequado à resolução do problema apresentado, ou seja, um programa é a redação de um algoritmo numa linguagem de programação. Portanto, o programa passa a ser um conjunto de instruções escritas numa linguagem </a:t>
            </a:r>
            <a:r>
              <a:rPr lang="pt-BR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de </a:t>
            </a:r>
            <a:r>
              <a:rPr lang="pt-BR" u="sng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progra</a:t>
            </a:r>
            <a:r>
              <a:rPr lang="pt-BR" u="sng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m</a:t>
            </a:r>
            <a:r>
              <a:rPr lang="pt-BR" u="sng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ação</a:t>
            </a:r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, destinadas a resolver problemas.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EXERCÍCIO 001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Início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Inteiro: num1, num2, soma;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leia(num1, num2);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soma := num1 + num2;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escreva(soma);</a:t>
            </a:r>
          </a:p>
          <a:p>
            <a:pPr algn="just"/>
            <a:r>
              <a:rPr lang="pt-BR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Fimalgoritmo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algoritmo?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programa de computador?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algoritmo?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Alusão da resolução de um problema do mundo real utilizando comandos estruturados em um sequência lógica de entrada, cálculo e saída de dados.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programa de computador?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Um programa de computador tende a ser um software, muito das vezes originado de um algoritmo escrito em português estruturado em um linguagem de programação com a finalidade de simular, recriar algo do mundo, ou alguma coisa de forma digitalizada em sistema digital.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Exemplo: planilhas se tornaram planilhas eletrônicas com o MS Excel.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algoritmo estruturado?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Quais são as divisões principais de um algoritmo simples?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variáveis e quais seus tipos?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funções dentro de um algoritmo?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algoritmo estruturado?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Sequência de entrada, resolução e saída de informações que respeitam uma ordem lógica e estruturada.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Quais são as divisões principais de um algoritmo simples?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variáveis e quais seus tipos?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funções dentro de um algoritmo?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algoritmo estruturado?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Quais são as divisões principais de um algoritmo simples?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Um algoritmo pode/deve conter o nome do problema que tende a resolver, a declaração das variáveis necessárias, o início da parte lógica com os comandos e estruturas necessárias para se atingir um meio/fim e o fim do mesmo.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variáveis e quais seus tipos?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funções dentro de um algoritmo?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algoritmo estruturado?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Quais são as divisões principais de um algoritmo simples?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variáveis e quais seus tipos?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Variáveis são espaços reservados de memória para guardar valores por um determinado tempo. O nome variável se dá pelo fato de que seu valor sempre pode mudar.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Seus tipos primários: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-- Literal: letras, símbolos e números cercados por “ ”: “Cristiano”.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-- Inteiro: -134, 0, 1, 78, 1.234.567.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-- Real: 1.47, -0.5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-- Booleano: SIM/NÃO, S/N, YES/NO, Y/N, 0/1.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funções dentro de um algoritmo?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Retomando alguns conceitos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é um algoritmo estruturado?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Quais são as divisões principais de um algoritmo simples?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variáveis e quais seus tipos?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 que são funções dentro de um algoritmo?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São pequenos códigos escritos por outro programador/a que alimentado por algum valor tende a resolver um pequeno problema para você, por exemplo, escrever na saída principal o nome “Cristiano”: 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</a:t>
            </a:r>
            <a:r>
              <a:rPr lang="pt-BR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Escreval</a:t>
            </a:r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(“Cristiano”)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Operadores Matemáticos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611560" y="2139702"/>
            <a:ext cx="60486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Parênteses mais internos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Funções Matemáticas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** //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* / div </a:t>
            </a:r>
            <a:r>
              <a:rPr lang="pt-BR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mod</a:t>
            </a:r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+ -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5" name="Conector de seta reta 4"/>
          <p:cNvCxnSpPr/>
          <p:nvPr/>
        </p:nvCxnSpPr>
        <p:spPr>
          <a:xfrm>
            <a:off x="611560" y="1995686"/>
            <a:ext cx="2160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611560" y="1995686"/>
            <a:ext cx="0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Operadores Relacionais</a:t>
            </a:r>
            <a:endParaRPr lang="pt-BR" sz="3600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95536" y="2067694"/>
          <a:ext cx="5256584" cy="25958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048000"/>
                <a:gridCol w="2208584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Operador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Exemplo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&lt;   menor que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  &lt;  B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&lt;= menor ou igual que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 &lt;= B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&lt;   maior que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  &gt;  B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&gt;= maior ou igual que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 &gt;= B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=   igual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  =  B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Symbol"/>
                        <a:buNone/>
                      </a:pPr>
                      <a:r>
                        <a:rPr lang="pt-BR" dirty="0" smtClean="0"/>
                        <a:t>&lt;&gt; diferente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Operadores lógicos ou booleanos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E    - AND - &amp; - &amp;&amp;: para a conjunção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OU - OR   - |   - |</a:t>
            </a:r>
            <a:r>
              <a:rPr lang="pt-BR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|</a:t>
            </a:r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: para a disjunção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NÃO - NOT - ! – !!: para a negação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Ainda por precedência:</a:t>
            </a:r>
          </a:p>
          <a:p>
            <a:pPr algn="just"/>
            <a:endParaRPr lang="pt-BR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Não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E</a:t>
            </a:r>
          </a:p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OU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5" name="Conector de seta reta 4"/>
          <p:cNvCxnSpPr/>
          <p:nvPr/>
        </p:nvCxnSpPr>
        <p:spPr>
          <a:xfrm>
            <a:off x="323528" y="3291830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323528" y="3291830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Operadores lógicos ou booleanos</a:t>
            </a:r>
            <a:endParaRPr lang="pt-BR" sz="3600" dirty="0"/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1043608" y="2427734"/>
          <a:ext cx="4392488" cy="2301924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196244"/>
                <a:gridCol w="2196244"/>
              </a:tblGrid>
              <a:tr h="288032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Prioridade das operações</a:t>
                      </a:r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332854">
                <a:tc>
                  <a:txBody>
                    <a:bodyPr/>
                    <a:lstStyle/>
                    <a:p>
                      <a:r>
                        <a:rPr lang="pt-BR" dirty="0" smtClean="0"/>
                        <a:t>Prioridade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Operadores</a:t>
                      </a:r>
                      <a:endParaRPr lang="pt-BR" dirty="0"/>
                    </a:p>
                  </a:txBody>
                  <a:tcPr/>
                </a:tc>
              </a:tr>
              <a:tr h="332854"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Aritmético</a:t>
                      </a:r>
                      <a:endParaRPr lang="pt-BR" dirty="0"/>
                    </a:p>
                  </a:txBody>
                  <a:tcPr/>
                </a:tc>
              </a:tr>
              <a:tr h="332854">
                <a:tc>
                  <a:txBody>
                    <a:bodyPr/>
                    <a:lstStyle/>
                    <a:p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Relacional</a:t>
                      </a:r>
                      <a:endParaRPr lang="pt-BR" dirty="0"/>
                    </a:p>
                  </a:txBody>
                  <a:tcPr/>
                </a:tc>
              </a:tr>
              <a:tr h="332854">
                <a:tc>
                  <a:txBody>
                    <a:bodyPr/>
                    <a:lstStyle/>
                    <a:p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Não</a:t>
                      </a:r>
                      <a:endParaRPr lang="pt-BR" dirty="0"/>
                    </a:p>
                  </a:txBody>
                  <a:tcPr/>
                </a:tc>
              </a:tr>
              <a:tr h="332854">
                <a:tc>
                  <a:txBody>
                    <a:bodyPr/>
                    <a:lstStyle/>
                    <a:p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pt-BR" dirty="0"/>
                    </a:p>
                  </a:txBody>
                  <a:tcPr/>
                </a:tc>
              </a:tr>
              <a:tr h="332854">
                <a:tc>
                  <a:txBody>
                    <a:bodyPr/>
                    <a:lstStyle/>
                    <a:p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OU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Exercício 002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Dar entrada a dois números. Trocar os valores das variáveis em que foram armazenados e exibi-los.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/>
              <a:t>Exercício </a:t>
            </a:r>
            <a:r>
              <a:rPr lang="pt-BR" sz="3600" dirty="0" smtClean="0"/>
              <a:t>003</a:t>
            </a:r>
            <a:endParaRPr lang="pt-BR" sz="36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23528" y="2067694"/>
            <a:ext cx="6048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Calcular a média aritmética entre quatro nú</a:t>
            </a:r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m</a:t>
            </a:r>
            <a:r>
              <a:rPr lang="pt-BR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eros. </a:t>
            </a:r>
            <a:endParaRPr lang="pt-B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3B55"/>
      </a:dk1>
      <a:lt1>
        <a:srgbClr val="FFFFFF"/>
      </a:lt1>
      <a:dk2>
        <a:srgbClr val="0B87A1"/>
      </a:dk2>
      <a:lt2>
        <a:srgbClr val="EEF1EE"/>
      </a:lt2>
      <a:accent1>
        <a:srgbClr val="D3EBD5"/>
      </a:accent1>
      <a:accent2>
        <a:srgbClr val="80BFB7"/>
      </a:accent2>
      <a:accent3>
        <a:srgbClr val="0B87A1"/>
      </a:accent3>
      <a:accent4>
        <a:srgbClr val="01597F"/>
      </a:accent4>
      <a:accent5>
        <a:srgbClr val="003B55"/>
      </a:accent5>
      <a:accent6>
        <a:srgbClr val="001120"/>
      </a:accent6>
      <a:hlink>
        <a:srgbClr val="01597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708</Words>
  <Application>Microsoft Office PowerPoint</Application>
  <PresentationFormat>Apresentação na tela (16:9)</PresentationFormat>
  <Paragraphs>118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Dosis ExtraLight</vt:lpstr>
      <vt:lpstr>Symbol</vt:lpstr>
      <vt:lpstr>Titillium Web Light</vt:lpstr>
      <vt:lpstr>Mowbray template</vt:lpstr>
      <vt:lpstr>APRENDENDO ALGORITMOS COM JAVA E PHP</vt:lpstr>
      <vt:lpstr>Algoritmo</vt:lpstr>
      <vt:lpstr>EXERCÍCIO 001</vt:lpstr>
      <vt:lpstr>Retomando alguns conceitos</vt:lpstr>
      <vt:lpstr>Retomando alguns conceitos</vt:lpstr>
      <vt:lpstr>Retomando alguns conceitos</vt:lpstr>
      <vt:lpstr>Retomando alguns conceitos</vt:lpstr>
      <vt:lpstr>Retomando alguns conceitos</vt:lpstr>
      <vt:lpstr>Retomando alguns conceitos</vt:lpstr>
      <vt:lpstr>Retomando alguns conceitos</vt:lpstr>
      <vt:lpstr>Operadores Matemáticos</vt:lpstr>
      <vt:lpstr>Operadores Relacionais</vt:lpstr>
      <vt:lpstr>Operadores lógicos ou booleanos</vt:lpstr>
      <vt:lpstr>Operadores lógicos ou booleanos</vt:lpstr>
      <vt:lpstr>Exercício 002</vt:lpstr>
      <vt:lpstr>Exercício 003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Cristiano José Cecanho</dc:creator>
  <cp:lastModifiedBy>Cristiano</cp:lastModifiedBy>
  <cp:revision>20</cp:revision>
  <dcterms:modified xsi:type="dcterms:W3CDTF">2025-11-30T09:40:15Z</dcterms:modified>
</cp:coreProperties>
</file>